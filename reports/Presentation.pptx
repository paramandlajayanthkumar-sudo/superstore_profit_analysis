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D7E053-6EF6-4A5C-82B3-B023EB3D23B9}" v="2995" dt="2025-11-07T18:29:00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1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Nikki" userId="ba76b8fa6b778cca" providerId="LiveId" clId="{195A2778-1DA6-4D39-A53A-6CFF434A2BF2}"/>
    <pc:docChg chg="undo custSel addSld modSld sldOrd modMainMaster">
      <pc:chgData name="Nikhil Nikki" userId="ba76b8fa6b778cca" providerId="LiveId" clId="{195A2778-1DA6-4D39-A53A-6CFF434A2BF2}" dt="2025-11-08T04:54:16.675" v="6720" actId="14100"/>
      <pc:docMkLst>
        <pc:docMk/>
      </pc:docMkLst>
      <pc:sldChg chg="addSp modSp mod modTransition setBg">
        <pc:chgData name="Nikhil Nikki" userId="ba76b8fa6b778cca" providerId="LiveId" clId="{195A2778-1DA6-4D39-A53A-6CFF434A2BF2}" dt="2025-11-07T18:28:00.310" v="6710"/>
        <pc:sldMkLst>
          <pc:docMk/>
          <pc:sldMk cId="1414558847" sldId="256"/>
        </pc:sldMkLst>
        <pc:spChg chg="mod">
          <ac:chgData name="Nikhil Nikki" userId="ba76b8fa6b778cca" providerId="LiveId" clId="{195A2778-1DA6-4D39-A53A-6CFF434A2BF2}" dt="2025-11-07T18:12:00.403" v="6501" actId="207"/>
          <ac:spMkLst>
            <pc:docMk/>
            <pc:sldMk cId="1414558847" sldId="256"/>
            <ac:spMk id="3" creationId="{A4F4BE59-1520-A4B7-16E9-0B5243A9D5AC}"/>
          </ac:spMkLst>
        </pc:spChg>
        <pc:spChg chg="add mod">
          <ac:chgData name="Nikhil Nikki" userId="ba76b8fa6b778cca" providerId="LiveId" clId="{195A2778-1DA6-4D39-A53A-6CFF434A2BF2}" dt="2025-11-07T18:16:07.263" v="6616" actId="207"/>
          <ac:spMkLst>
            <pc:docMk/>
            <pc:sldMk cId="1414558847" sldId="256"/>
            <ac:spMk id="4" creationId="{ED7FCF23-BEB2-35A4-616C-D176DA5251AE}"/>
          </ac:spMkLst>
        </pc:spChg>
      </pc:sldChg>
      <pc:sldChg chg="modTransition setBg">
        <pc:chgData name="Nikhil Nikki" userId="ba76b8fa6b778cca" providerId="LiveId" clId="{195A2778-1DA6-4D39-A53A-6CFF434A2BF2}" dt="2025-11-07T18:16:57.946" v="6623"/>
        <pc:sldMkLst>
          <pc:docMk/>
          <pc:sldMk cId="93537607" sldId="257"/>
        </pc:sldMkLst>
      </pc:sldChg>
      <pc:sldChg chg="modSp mod modTransition setBg">
        <pc:chgData name="Nikhil Nikki" userId="ba76b8fa6b778cca" providerId="LiveId" clId="{195A2778-1DA6-4D39-A53A-6CFF434A2BF2}" dt="2025-11-07T18:29:00.633" v="6716"/>
        <pc:sldMkLst>
          <pc:docMk/>
          <pc:sldMk cId="1139300726" sldId="258"/>
        </pc:sldMkLst>
        <pc:spChg chg="mod">
          <ac:chgData name="Nikhil Nikki" userId="ba76b8fa6b778cca" providerId="LiveId" clId="{195A2778-1DA6-4D39-A53A-6CFF434A2BF2}" dt="2025-11-07T09:52:07.818" v="3212" actId="207"/>
          <ac:spMkLst>
            <pc:docMk/>
            <pc:sldMk cId="1139300726" sldId="258"/>
            <ac:spMk id="2" creationId="{3EEBBE20-0B94-7AC0-FB4A-94608056E378}"/>
          </ac:spMkLst>
        </pc:spChg>
        <pc:spChg chg="mod">
          <ac:chgData name="Nikhil Nikki" userId="ba76b8fa6b778cca" providerId="LiveId" clId="{195A2778-1DA6-4D39-A53A-6CFF434A2BF2}" dt="2025-11-07T10:54:47.873" v="4142" actId="113"/>
          <ac:spMkLst>
            <pc:docMk/>
            <pc:sldMk cId="1139300726" sldId="258"/>
            <ac:spMk id="3" creationId="{80BC3A98-E233-5EE7-FC3A-AD1FE0533CC9}"/>
          </ac:spMkLst>
        </pc:spChg>
        <pc:spChg chg="mod">
          <ac:chgData name="Nikhil Nikki" userId="ba76b8fa6b778cca" providerId="LiveId" clId="{195A2778-1DA6-4D39-A53A-6CFF434A2BF2}" dt="2025-11-07T09:53:22.165" v="3219" actId="14100"/>
          <ac:spMkLst>
            <pc:docMk/>
            <pc:sldMk cId="1139300726" sldId="258"/>
            <ac:spMk id="15" creationId="{B2ECABA5-4E05-6400-4B86-37E0950037BD}"/>
          </ac:spMkLst>
        </pc:spChg>
      </pc:sldChg>
      <pc:sldChg chg="addSp delSp modSp mod modTransition setBg">
        <pc:chgData name="Nikhil Nikki" userId="ba76b8fa6b778cca" providerId="LiveId" clId="{195A2778-1DA6-4D39-A53A-6CFF434A2BF2}" dt="2025-11-07T18:20:41.467" v="6660"/>
        <pc:sldMkLst>
          <pc:docMk/>
          <pc:sldMk cId="1188068652" sldId="259"/>
        </pc:sldMkLst>
        <pc:spChg chg="add del mod">
          <ac:chgData name="Nikhil Nikki" userId="ba76b8fa6b778cca" providerId="LiveId" clId="{195A2778-1DA6-4D39-A53A-6CFF434A2BF2}" dt="2025-11-07T17:13:46.411" v="4708" actId="478"/>
          <ac:spMkLst>
            <pc:docMk/>
            <pc:sldMk cId="1188068652" sldId="259"/>
            <ac:spMk id="3" creationId="{0C0E09F2-92A9-3501-0761-B4CE4BE41E92}"/>
          </ac:spMkLst>
        </pc:spChg>
        <pc:spChg chg="add mod">
          <ac:chgData name="Nikhil Nikki" userId="ba76b8fa6b778cca" providerId="LiveId" clId="{195A2778-1DA6-4D39-A53A-6CFF434A2BF2}" dt="2025-11-07T17:14:08.138" v="4712" actId="1076"/>
          <ac:spMkLst>
            <pc:docMk/>
            <pc:sldMk cId="1188068652" sldId="259"/>
            <ac:spMk id="5" creationId="{31E97DB4-AFE0-056E-C0B1-191A1C1C3BF7}"/>
          </ac:spMkLst>
        </pc:spChg>
        <pc:spChg chg="add del mod">
          <ac:chgData name="Nikhil Nikki" userId="ba76b8fa6b778cca" providerId="LiveId" clId="{195A2778-1DA6-4D39-A53A-6CFF434A2BF2}" dt="2025-11-07T16:34:25.877" v="4542" actId="478"/>
          <ac:spMkLst>
            <pc:docMk/>
            <pc:sldMk cId="1188068652" sldId="259"/>
            <ac:spMk id="6" creationId="{133671E7-BE8E-3412-4339-7DC6CE92CE41}"/>
          </ac:spMkLst>
        </pc:spChg>
        <pc:spChg chg="add del mod">
          <ac:chgData name="Nikhil Nikki" userId="ba76b8fa6b778cca" providerId="LiveId" clId="{195A2778-1DA6-4D39-A53A-6CFF434A2BF2}" dt="2025-11-07T16:47:00.378" v="4560" actId="478"/>
          <ac:spMkLst>
            <pc:docMk/>
            <pc:sldMk cId="1188068652" sldId="259"/>
            <ac:spMk id="7" creationId="{30540B96-2CD2-EDC6-B8AB-2E658909058F}"/>
          </ac:spMkLst>
        </pc:spChg>
        <pc:spChg chg="add del mod">
          <ac:chgData name="Nikhil Nikki" userId="ba76b8fa6b778cca" providerId="LiveId" clId="{195A2778-1DA6-4D39-A53A-6CFF434A2BF2}" dt="2025-11-07T16:46:57.226" v="4559" actId="478"/>
          <ac:spMkLst>
            <pc:docMk/>
            <pc:sldMk cId="1188068652" sldId="259"/>
            <ac:spMk id="8" creationId="{196A84F3-CAFA-BF2C-B0E6-443F7A1756A6}"/>
          </ac:spMkLst>
        </pc:spChg>
        <pc:spChg chg="add mod">
          <ac:chgData name="Nikhil Nikki" userId="ba76b8fa6b778cca" providerId="LiveId" clId="{195A2778-1DA6-4D39-A53A-6CFF434A2BF2}" dt="2025-11-07T17:14:00.970" v="4711" actId="14100"/>
          <ac:spMkLst>
            <pc:docMk/>
            <pc:sldMk cId="1188068652" sldId="259"/>
            <ac:spMk id="9" creationId="{01D621BE-CB02-E458-2F6B-5C73B03A7E94}"/>
          </ac:spMkLst>
        </pc:spChg>
        <pc:spChg chg="add del mod">
          <ac:chgData name="Nikhil Nikki" userId="ba76b8fa6b778cca" providerId="LiveId" clId="{195A2778-1DA6-4D39-A53A-6CFF434A2BF2}" dt="2025-11-07T17:16:55.909" v="4742" actId="478"/>
          <ac:spMkLst>
            <pc:docMk/>
            <pc:sldMk cId="1188068652" sldId="259"/>
            <ac:spMk id="10" creationId="{D099D380-5D99-D5DB-6A84-B23A49FC34DD}"/>
          </ac:spMkLst>
        </pc:spChg>
        <pc:spChg chg="add del mod">
          <ac:chgData name="Nikhil Nikki" userId="ba76b8fa6b778cca" providerId="LiveId" clId="{195A2778-1DA6-4D39-A53A-6CFF434A2BF2}" dt="2025-11-07T17:15:50.394" v="4731" actId="478"/>
          <ac:spMkLst>
            <pc:docMk/>
            <pc:sldMk cId="1188068652" sldId="259"/>
            <ac:spMk id="11" creationId="{77C73136-07D9-0CA6-D909-7C431F9150FA}"/>
          </ac:spMkLst>
        </pc:spChg>
        <pc:spChg chg="add del mod">
          <ac:chgData name="Nikhil Nikki" userId="ba76b8fa6b778cca" providerId="LiveId" clId="{195A2778-1DA6-4D39-A53A-6CFF434A2BF2}" dt="2025-11-07T17:55:07.370" v="5430" actId="478"/>
          <ac:spMkLst>
            <pc:docMk/>
            <pc:sldMk cId="1188068652" sldId="259"/>
            <ac:spMk id="12" creationId="{DC4CE060-413D-090F-7A25-9B7914A14B9C}"/>
          </ac:spMkLst>
        </pc:spChg>
        <pc:spChg chg="add mod">
          <ac:chgData name="Nikhil Nikki" userId="ba76b8fa6b778cca" providerId="LiveId" clId="{195A2778-1DA6-4D39-A53A-6CFF434A2BF2}" dt="2025-11-07T17:17:34.038" v="4747" actId="1076"/>
          <ac:spMkLst>
            <pc:docMk/>
            <pc:sldMk cId="1188068652" sldId="259"/>
            <ac:spMk id="13" creationId="{A7613F3E-2331-D1CC-F402-1B551E2EE53E}"/>
          </ac:spMkLst>
        </pc:spChg>
        <pc:spChg chg="add mod">
          <ac:chgData name="Nikhil Nikki" userId="ba76b8fa6b778cca" providerId="LiveId" clId="{195A2778-1DA6-4D39-A53A-6CFF434A2BF2}" dt="2025-11-07T17:56:58.633" v="5436" actId="1076"/>
          <ac:spMkLst>
            <pc:docMk/>
            <pc:sldMk cId="1188068652" sldId="259"/>
            <ac:spMk id="14" creationId="{578DC00C-AFCF-F958-0B05-190ECCC5CE63}"/>
          </ac:spMkLst>
        </pc:spChg>
        <pc:spChg chg="add mod">
          <ac:chgData name="Nikhil Nikki" userId="ba76b8fa6b778cca" providerId="LiveId" clId="{195A2778-1DA6-4D39-A53A-6CFF434A2BF2}" dt="2025-11-07T17:19:23.540" v="4758" actId="1076"/>
          <ac:spMkLst>
            <pc:docMk/>
            <pc:sldMk cId="1188068652" sldId="259"/>
            <ac:spMk id="15" creationId="{D88776EC-305B-C18A-2BC1-DE9A0648B31C}"/>
          </ac:spMkLst>
        </pc:spChg>
        <pc:spChg chg="add mod">
          <ac:chgData name="Nikhil Nikki" userId="ba76b8fa6b778cca" providerId="LiveId" clId="{195A2778-1DA6-4D39-A53A-6CFF434A2BF2}" dt="2025-11-07T17:19:49.944" v="4764" actId="1076"/>
          <ac:spMkLst>
            <pc:docMk/>
            <pc:sldMk cId="1188068652" sldId="259"/>
            <ac:spMk id="16" creationId="{78523A9B-92F5-850C-625E-08ACF0E223AD}"/>
          </ac:spMkLst>
        </pc:spChg>
        <pc:spChg chg="add del mod">
          <ac:chgData name="Nikhil Nikki" userId="ba76b8fa6b778cca" providerId="LiveId" clId="{195A2778-1DA6-4D39-A53A-6CFF434A2BF2}" dt="2025-11-07T17:22:35.827" v="4787" actId="478"/>
          <ac:spMkLst>
            <pc:docMk/>
            <pc:sldMk cId="1188068652" sldId="259"/>
            <ac:spMk id="17" creationId="{BB01E99C-F955-8D6C-BA05-63C27A422C60}"/>
          </ac:spMkLst>
        </pc:spChg>
        <pc:spChg chg="add mod">
          <ac:chgData name="Nikhil Nikki" userId="ba76b8fa6b778cca" providerId="LiveId" clId="{195A2778-1DA6-4D39-A53A-6CFF434A2BF2}" dt="2025-11-07T17:57:02.845" v="5437" actId="2085"/>
          <ac:spMkLst>
            <pc:docMk/>
            <pc:sldMk cId="1188068652" sldId="259"/>
            <ac:spMk id="18" creationId="{0F0340F2-05CB-6233-4A1E-15D894FED34E}"/>
          </ac:spMkLst>
        </pc:spChg>
      </pc:sldChg>
      <pc:sldChg chg="addSp delSp modSp mod ord modTransition setBg">
        <pc:chgData name="Nikhil Nikki" userId="ba76b8fa6b778cca" providerId="LiveId" clId="{195A2778-1DA6-4D39-A53A-6CFF434A2BF2}" dt="2025-11-07T18:21:26.559" v="6665"/>
        <pc:sldMkLst>
          <pc:docMk/>
          <pc:sldMk cId="2131907736" sldId="260"/>
        </pc:sldMkLst>
        <pc:spChg chg="add del mod">
          <ac:chgData name="Nikhil Nikki" userId="ba76b8fa6b778cca" providerId="LiveId" clId="{195A2778-1DA6-4D39-A53A-6CFF434A2BF2}" dt="2025-11-07T17:43:41.934" v="5343" actId="478"/>
          <ac:spMkLst>
            <pc:docMk/>
            <pc:sldMk cId="2131907736" sldId="260"/>
            <ac:spMk id="5" creationId="{0A59882A-B469-287E-5F8E-F7261EAA0CB0}"/>
          </ac:spMkLst>
        </pc:spChg>
        <pc:spChg chg="add del mod">
          <ac:chgData name="Nikhil Nikki" userId="ba76b8fa6b778cca" providerId="LiveId" clId="{195A2778-1DA6-4D39-A53A-6CFF434A2BF2}" dt="2025-11-07T17:23:57.102" v="4857" actId="478"/>
          <ac:spMkLst>
            <pc:docMk/>
            <pc:sldMk cId="2131907736" sldId="260"/>
            <ac:spMk id="6" creationId="{013620CE-1B16-73C9-C23F-8446FB4ED871}"/>
          </ac:spMkLst>
        </pc:spChg>
        <pc:spChg chg="add del mod">
          <ac:chgData name="Nikhil Nikki" userId="ba76b8fa6b778cca" providerId="LiveId" clId="{195A2778-1DA6-4D39-A53A-6CFF434A2BF2}" dt="2025-11-07T17:45:04.464" v="5346" actId="478"/>
          <ac:spMkLst>
            <pc:docMk/>
            <pc:sldMk cId="2131907736" sldId="260"/>
            <ac:spMk id="7" creationId="{E55646D9-2B8D-64F8-D02E-99389963CC12}"/>
          </ac:spMkLst>
        </pc:spChg>
        <pc:spChg chg="add mod">
          <ac:chgData name="Nikhil Nikki" userId="ba76b8fa6b778cca" providerId="LiveId" clId="{195A2778-1DA6-4D39-A53A-6CFF434A2BF2}" dt="2025-11-07T17:46:20.079" v="5418" actId="29295"/>
          <ac:spMkLst>
            <pc:docMk/>
            <pc:sldMk cId="2131907736" sldId="260"/>
            <ac:spMk id="8" creationId="{3EE45319-54F8-872B-3EA2-B9464063E046}"/>
          </ac:spMkLst>
        </pc:spChg>
      </pc:sldChg>
      <pc:sldChg chg="addSp delSp modSp new mod modTransition setBg">
        <pc:chgData name="Nikhil Nikki" userId="ba76b8fa6b778cca" providerId="LiveId" clId="{195A2778-1DA6-4D39-A53A-6CFF434A2BF2}" dt="2025-11-07T18:24:33.720" v="6685"/>
        <pc:sldMkLst>
          <pc:docMk/>
          <pc:sldMk cId="469184271" sldId="261"/>
        </pc:sldMkLst>
        <pc:spChg chg="mod">
          <ac:chgData name="Nikhil Nikki" userId="ba76b8fa6b778cca" providerId="LiveId" clId="{195A2778-1DA6-4D39-A53A-6CFF434A2BF2}" dt="2025-11-07T08:50:11.868" v="7" actId="27636"/>
          <ac:spMkLst>
            <pc:docMk/>
            <pc:sldMk cId="469184271" sldId="261"/>
            <ac:spMk id="2" creationId="{FA306592-6F04-1E88-ECCB-11D58C581158}"/>
          </ac:spMkLst>
        </pc:spChg>
        <pc:spChg chg="del mod">
          <ac:chgData name="Nikhil Nikki" userId="ba76b8fa6b778cca" providerId="LiveId" clId="{195A2778-1DA6-4D39-A53A-6CFF434A2BF2}" dt="2025-11-07T08:51:15.563" v="11"/>
          <ac:spMkLst>
            <pc:docMk/>
            <pc:sldMk cId="469184271" sldId="261"/>
            <ac:spMk id="3" creationId="{BEB1AC92-8D81-5C45-AF38-D1CDA7D96BD1}"/>
          </ac:spMkLst>
        </pc:spChg>
        <pc:spChg chg="add mod">
          <ac:chgData name="Nikhil Nikki" userId="ba76b8fa6b778cca" providerId="LiveId" clId="{195A2778-1DA6-4D39-A53A-6CFF434A2BF2}" dt="2025-11-07T10:26:50.342" v="3340" actId="12"/>
          <ac:spMkLst>
            <pc:docMk/>
            <pc:sldMk cId="469184271" sldId="261"/>
            <ac:spMk id="4" creationId="{B0A88695-BE7C-5268-B2B4-264BA83BEEC9}"/>
          </ac:spMkLst>
        </pc:spChg>
        <pc:spChg chg="add mod">
          <ac:chgData name="Nikhil Nikki" userId="ba76b8fa6b778cca" providerId="LiveId" clId="{195A2778-1DA6-4D39-A53A-6CFF434A2BF2}" dt="2025-11-07T17:34:15.573" v="5297" actId="2085"/>
          <ac:spMkLst>
            <pc:docMk/>
            <pc:sldMk cId="469184271" sldId="261"/>
            <ac:spMk id="5" creationId="{67EC6465-A2F9-16F0-6C59-4A8C30B4E984}"/>
          </ac:spMkLst>
        </pc:spChg>
        <pc:spChg chg="add del mod">
          <ac:chgData name="Nikhil Nikki" userId="ba76b8fa6b778cca" providerId="LiveId" clId="{195A2778-1DA6-4D39-A53A-6CFF434A2BF2}" dt="2025-11-07T09:19:16.319" v="446" actId="478"/>
          <ac:spMkLst>
            <pc:docMk/>
            <pc:sldMk cId="469184271" sldId="261"/>
            <ac:spMk id="6" creationId="{42D8C1F3-05B4-1E18-6D3C-3836B9B2EBA9}"/>
          </ac:spMkLst>
        </pc:spChg>
        <pc:spChg chg="add mod">
          <ac:chgData name="Nikhil Nikki" userId="ba76b8fa6b778cca" providerId="LiveId" clId="{195A2778-1DA6-4D39-A53A-6CFF434A2BF2}" dt="2025-11-07T17:32:28.646" v="5131" actId="14861"/>
          <ac:spMkLst>
            <pc:docMk/>
            <pc:sldMk cId="469184271" sldId="261"/>
            <ac:spMk id="7" creationId="{E36FA426-F64D-D873-736E-0E3DA4A772C6}"/>
          </ac:spMkLst>
        </pc:spChg>
        <pc:spChg chg="add del">
          <ac:chgData name="Nikhil Nikki" userId="ba76b8fa6b778cca" providerId="LiveId" clId="{195A2778-1DA6-4D39-A53A-6CFF434A2BF2}" dt="2025-11-07T09:25:21.030" v="609" actId="478"/>
          <ac:spMkLst>
            <pc:docMk/>
            <pc:sldMk cId="469184271" sldId="261"/>
            <ac:spMk id="8" creationId="{FD8973A3-F558-C6C3-74E2-AA7B82AB35C4}"/>
          </ac:spMkLst>
        </pc:spChg>
        <pc:spChg chg="add mod">
          <ac:chgData name="Nikhil Nikki" userId="ba76b8fa6b778cca" providerId="LiveId" clId="{195A2778-1DA6-4D39-A53A-6CFF434A2BF2}" dt="2025-11-07T09:30:43.910" v="1225" actId="17032"/>
          <ac:spMkLst>
            <pc:docMk/>
            <pc:sldMk cId="469184271" sldId="261"/>
            <ac:spMk id="9" creationId="{C05AEEF9-8017-73B4-F734-BDA4BCF077E8}"/>
          </ac:spMkLst>
        </pc:spChg>
        <pc:spChg chg="add mod">
          <ac:chgData name="Nikhil Nikki" userId="ba76b8fa6b778cca" providerId="LiveId" clId="{195A2778-1DA6-4D39-A53A-6CFF434A2BF2}" dt="2025-11-07T17:34:24.568" v="5298" actId="2085"/>
          <ac:spMkLst>
            <pc:docMk/>
            <pc:sldMk cId="469184271" sldId="261"/>
            <ac:spMk id="10" creationId="{80200D18-F562-388F-4E69-91344D0B4FA6}"/>
          </ac:spMkLst>
        </pc:spChg>
      </pc:sldChg>
      <pc:sldChg chg="modSp new mod modTransition setBg">
        <pc:chgData name="Nikhil Nikki" userId="ba76b8fa6b778cca" providerId="LiveId" clId="{195A2778-1DA6-4D39-A53A-6CFF434A2BF2}" dt="2025-11-07T18:23:10.014" v="6676"/>
        <pc:sldMkLst>
          <pc:docMk/>
          <pc:sldMk cId="2907160086" sldId="262"/>
        </pc:sldMkLst>
        <pc:spChg chg="mod">
          <ac:chgData name="Nikhil Nikki" userId="ba76b8fa6b778cca" providerId="LiveId" clId="{195A2778-1DA6-4D39-A53A-6CFF434A2BF2}" dt="2025-11-07T10:32:25.907" v="3371" actId="14100"/>
          <ac:spMkLst>
            <pc:docMk/>
            <pc:sldMk cId="2907160086" sldId="262"/>
            <ac:spMk id="2" creationId="{3721FB2D-346E-5AF8-523F-593F221E20C0}"/>
          </ac:spMkLst>
        </pc:spChg>
        <pc:spChg chg="mod">
          <ac:chgData name="Nikhil Nikki" userId="ba76b8fa6b778cca" providerId="LiveId" clId="{195A2778-1DA6-4D39-A53A-6CFF434A2BF2}" dt="2025-11-07T10:32:02.920" v="3366" actId="255"/>
          <ac:spMkLst>
            <pc:docMk/>
            <pc:sldMk cId="2907160086" sldId="262"/>
            <ac:spMk id="3" creationId="{E2FFB1E0-9BD8-376D-8C62-25499D754C7F}"/>
          </ac:spMkLst>
        </pc:spChg>
      </pc:sldChg>
      <pc:sldChg chg="addSp delSp modSp new mod modTransition setBg">
        <pc:chgData name="Nikhil Nikki" userId="ba76b8fa6b778cca" providerId="LiveId" clId="{195A2778-1DA6-4D39-A53A-6CFF434A2BF2}" dt="2025-11-07T18:24:15.571" v="6684"/>
        <pc:sldMkLst>
          <pc:docMk/>
          <pc:sldMk cId="2645786607" sldId="263"/>
        </pc:sldMkLst>
        <pc:spChg chg="mod">
          <ac:chgData name="Nikhil Nikki" userId="ba76b8fa6b778cca" providerId="LiveId" clId="{195A2778-1DA6-4D39-A53A-6CFF434A2BF2}" dt="2025-11-07T10:33:35.999" v="3378" actId="14100"/>
          <ac:spMkLst>
            <pc:docMk/>
            <pc:sldMk cId="2645786607" sldId="263"/>
            <ac:spMk id="2" creationId="{1047A719-2BB1-6250-E09E-8AB70C6FD336}"/>
          </ac:spMkLst>
        </pc:spChg>
        <pc:spChg chg="mod">
          <ac:chgData name="Nikhil Nikki" userId="ba76b8fa6b778cca" providerId="LiveId" clId="{195A2778-1DA6-4D39-A53A-6CFF434A2BF2}" dt="2025-11-07T11:01:46.244" v="4462" actId="207"/>
          <ac:spMkLst>
            <pc:docMk/>
            <pc:sldMk cId="2645786607" sldId="263"/>
            <ac:spMk id="3" creationId="{77ADD142-D9D4-9BEB-1358-1D059B1AF3BB}"/>
          </ac:spMkLst>
        </pc:spChg>
        <pc:spChg chg="add del mod">
          <ac:chgData name="Nikhil Nikki" userId="ba76b8fa6b778cca" providerId="LiveId" clId="{195A2778-1DA6-4D39-A53A-6CFF434A2BF2}" dt="2025-11-07T10:52:36.532" v="4066"/>
          <ac:spMkLst>
            <pc:docMk/>
            <pc:sldMk cId="2645786607" sldId="263"/>
            <ac:spMk id="4" creationId="{8B764F99-533C-F879-83CD-69651726AB08}"/>
          </ac:spMkLst>
        </pc:spChg>
        <pc:spChg chg="add del mod">
          <ac:chgData name="Nikhil Nikki" userId="ba76b8fa6b778cca" providerId="LiveId" clId="{195A2778-1DA6-4D39-A53A-6CFF434A2BF2}" dt="2025-11-07T10:52:36.532" v="4064"/>
          <ac:spMkLst>
            <pc:docMk/>
            <pc:sldMk cId="2645786607" sldId="263"/>
            <ac:spMk id="5" creationId="{9FCF84C9-F0D6-27B0-7A8A-928617255055}"/>
          </ac:spMkLst>
        </pc:spChg>
        <pc:spChg chg="add mod">
          <ac:chgData name="Nikhil Nikki" userId="ba76b8fa6b778cca" providerId="LiveId" clId="{195A2778-1DA6-4D39-A53A-6CFF434A2BF2}" dt="2025-11-07T10:50:02.360" v="3810" actId="14100"/>
          <ac:spMkLst>
            <pc:docMk/>
            <pc:sldMk cId="2645786607" sldId="263"/>
            <ac:spMk id="6" creationId="{73C61239-EA3D-7D08-4E80-DE5A1D8EA251}"/>
          </ac:spMkLst>
        </pc:spChg>
      </pc:sldChg>
      <pc:sldChg chg="addSp modSp new mod modTransition setBg">
        <pc:chgData name="Nikhil Nikki" userId="ba76b8fa6b778cca" providerId="LiveId" clId="{195A2778-1DA6-4D39-A53A-6CFF434A2BF2}" dt="2025-11-08T04:53:29.680" v="6717" actId="2085"/>
        <pc:sldMkLst>
          <pc:docMk/>
          <pc:sldMk cId="3567126866" sldId="264"/>
        </pc:sldMkLst>
        <pc:spChg chg="mod">
          <ac:chgData name="Nikhil Nikki" userId="ba76b8fa6b778cca" providerId="LiveId" clId="{195A2778-1DA6-4D39-A53A-6CFF434A2BF2}" dt="2025-11-07T11:03:51.909" v="4470" actId="14100"/>
          <ac:spMkLst>
            <pc:docMk/>
            <pc:sldMk cId="3567126866" sldId="264"/>
            <ac:spMk id="2" creationId="{8EF5981D-0296-7895-5F08-3B2395C2F5FB}"/>
          </ac:spMkLst>
        </pc:spChg>
        <pc:spChg chg="mod">
          <ac:chgData name="Nikhil Nikki" userId="ba76b8fa6b778cca" providerId="LiveId" clId="{195A2778-1DA6-4D39-A53A-6CFF434A2BF2}" dt="2025-11-07T11:08:41.583" v="4515"/>
          <ac:spMkLst>
            <pc:docMk/>
            <pc:sldMk cId="3567126866" sldId="264"/>
            <ac:spMk id="3" creationId="{4E20DC0B-AAF6-9FBA-D49F-85B34A0FECB1}"/>
          </ac:spMkLst>
        </pc:spChg>
        <pc:spChg chg="add mod">
          <ac:chgData name="Nikhil Nikki" userId="ba76b8fa6b778cca" providerId="LiveId" clId="{195A2778-1DA6-4D39-A53A-6CFF434A2BF2}" dt="2025-11-08T04:53:29.680" v="6717" actId="2085"/>
          <ac:spMkLst>
            <pc:docMk/>
            <pc:sldMk cId="3567126866" sldId="264"/>
            <ac:spMk id="4" creationId="{9EE875A4-40A7-34CC-AD98-276202E570BD}"/>
          </ac:spMkLst>
        </pc:spChg>
        <pc:spChg chg="add mod">
          <ac:chgData name="Nikhil Nikki" userId="ba76b8fa6b778cca" providerId="LiveId" clId="{195A2778-1DA6-4D39-A53A-6CFF434A2BF2}" dt="2025-11-07T17:37:21.058" v="5309" actId="1076"/>
          <ac:spMkLst>
            <pc:docMk/>
            <pc:sldMk cId="3567126866" sldId="264"/>
            <ac:spMk id="5" creationId="{5A7CBC04-B4CD-FA01-B6E5-615AEBBF3DF3}"/>
          </ac:spMkLst>
        </pc:spChg>
      </pc:sldChg>
      <pc:sldChg chg="addSp delSp modSp new mod modTransition setBg">
        <pc:chgData name="Nikhil Nikki" userId="ba76b8fa6b778cca" providerId="LiveId" clId="{195A2778-1DA6-4D39-A53A-6CFF434A2BF2}" dt="2025-11-08T04:54:16.675" v="6720" actId="14100"/>
        <pc:sldMkLst>
          <pc:docMk/>
          <pc:sldMk cId="3607465916" sldId="265"/>
        </pc:sldMkLst>
        <pc:spChg chg="mod">
          <ac:chgData name="Nikhil Nikki" userId="ba76b8fa6b778cca" providerId="LiveId" clId="{195A2778-1DA6-4D39-A53A-6CFF434A2BF2}" dt="2025-11-07T11:10:45.884" v="4522" actId="14100"/>
          <ac:spMkLst>
            <pc:docMk/>
            <pc:sldMk cId="3607465916" sldId="265"/>
            <ac:spMk id="2" creationId="{CAC604FF-0E53-F263-FF58-B1EB1A302191}"/>
          </ac:spMkLst>
        </pc:spChg>
        <pc:spChg chg="mod">
          <ac:chgData name="Nikhil Nikki" userId="ba76b8fa6b778cca" providerId="LiveId" clId="{195A2778-1DA6-4D39-A53A-6CFF434A2BF2}" dt="2025-11-07T16:55:08.267" v="4643" actId="208"/>
          <ac:spMkLst>
            <pc:docMk/>
            <pc:sldMk cId="3607465916" sldId="265"/>
            <ac:spMk id="3" creationId="{06514270-B266-6213-975B-9E155D1145D0}"/>
          </ac:spMkLst>
        </pc:spChg>
        <pc:spChg chg="add mod">
          <ac:chgData name="Nikhil Nikki" userId="ba76b8fa6b778cca" providerId="LiveId" clId="{195A2778-1DA6-4D39-A53A-6CFF434A2BF2}" dt="2025-11-08T04:54:16.675" v="6720" actId="14100"/>
          <ac:spMkLst>
            <pc:docMk/>
            <pc:sldMk cId="3607465916" sldId="265"/>
            <ac:spMk id="4" creationId="{FB4323C7-C58C-E0C7-D3EB-401D97834581}"/>
          </ac:spMkLst>
        </pc:spChg>
        <pc:spChg chg="add del mod">
          <ac:chgData name="Nikhil Nikki" userId="ba76b8fa6b778cca" providerId="LiveId" clId="{195A2778-1DA6-4D39-A53A-6CFF434A2BF2}" dt="2025-11-07T16:57:09.484" v="4648" actId="478"/>
          <ac:spMkLst>
            <pc:docMk/>
            <pc:sldMk cId="3607465916" sldId="265"/>
            <ac:spMk id="5" creationId="{374CA91F-CA21-E9C1-A6CD-6AC306149150}"/>
          </ac:spMkLst>
        </pc:spChg>
        <pc:spChg chg="add mod">
          <ac:chgData name="Nikhil Nikki" userId="ba76b8fa6b778cca" providerId="LiveId" clId="{195A2778-1DA6-4D39-A53A-6CFF434A2BF2}" dt="2025-11-08T04:53:59.103" v="6718" actId="14100"/>
          <ac:spMkLst>
            <pc:docMk/>
            <pc:sldMk cId="3607465916" sldId="265"/>
            <ac:spMk id="6" creationId="{36EC1FDA-DBD8-7158-EEF5-B76CA0D445E4}"/>
          </ac:spMkLst>
        </pc:spChg>
        <pc:spChg chg="add mod">
          <ac:chgData name="Nikhil Nikki" userId="ba76b8fa6b778cca" providerId="LiveId" clId="{195A2778-1DA6-4D39-A53A-6CFF434A2BF2}" dt="2025-11-08T04:54:11.212" v="6719" actId="14100"/>
          <ac:spMkLst>
            <pc:docMk/>
            <pc:sldMk cId="3607465916" sldId="265"/>
            <ac:spMk id="7" creationId="{69DA9787-4604-C336-E6B9-77A377655FEC}"/>
          </ac:spMkLst>
        </pc:spChg>
        <pc:spChg chg="add mod">
          <ac:chgData name="Nikhil Nikki" userId="ba76b8fa6b778cca" providerId="LiveId" clId="{195A2778-1DA6-4D39-A53A-6CFF434A2BF2}" dt="2025-11-07T16:58:50.974" v="4657" actId="1076"/>
          <ac:spMkLst>
            <pc:docMk/>
            <pc:sldMk cId="3607465916" sldId="265"/>
            <ac:spMk id="8" creationId="{E6A73FC5-A95E-BF05-1A95-9802E6D9557A}"/>
          </ac:spMkLst>
        </pc:spChg>
        <pc:spChg chg="add mod">
          <ac:chgData name="Nikhil Nikki" userId="ba76b8fa6b778cca" providerId="LiveId" clId="{195A2778-1DA6-4D39-A53A-6CFF434A2BF2}" dt="2025-11-07T16:59:16.443" v="4659" actId="14100"/>
          <ac:spMkLst>
            <pc:docMk/>
            <pc:sldMk cId="3607465916" sldId="265"/>
            <ac:spMk id="9" creationId="{0AE0D325-DC4A-B71E-88DE-FB01A0B243B1}"/>
          </ac:spMkLst>
        </pc:spChg>
        <pc:spChg chg="add mod">
          <ac:chgData name="Nikhil Nikki" userId="ba76b8fa6b778cca" providerId="LiveId" clId="{195A2778-1DA6-4D39-A53A-6CFF434A2BF2}" dt="2025-11-07T17:11:51.353" v="4695" actId="207"/>
          <ac:spMkLst>
            <pc:docMk/>
            <pc:sldMk cId="3607465916" sldId="265"/>
            <ac:spMk id="10" creationId="{A01DD3CC-AB93-F6CD-C439-6951921D567A}"/>
          </ac:spMkLst>
        </pc:spChg>
        <pc:spChg chg="add mod">
          <ac:chgData name="Nikhil Nikki" userId="ba76b8fa6b778cca" providerId="LiveId" clId="{195A2778-1DA6-4D39-A53A-6CFF434A2BF2}" dt="2025-11-07T17:11:45.088" v="4694" actId="207"/>
          <ac:spMkLst>
            <pc:docMk/>
            <pc:sldMk cId="3607465916" sldId="265"/>
            <ac:spMk id="11" creationId="{EFB83B70-61AE-DB96-9E55-854E2C675CF4}"/>
          </ac:spMkLst>
        </pc:spChg>
        <pc:spChg chg="add mod">
          <ac:chgData name="Nikhil Nikki" userId="ba76b8fa6b778cca" providerId="LiveId" clId="{195A2778-1DA6-4D39-A53A-6CFF434A2BF2}" dt="2025-11-07T17:11:33.518" v="4693" actId="207"/>
          <ac:spMkLst>
            <pc:docMk/>
            <pc:sldMk cId="3607465916" sldId="265"/>
            <ac:spMk id="12" creationId="{AF2F9298-1567-D664-7644-2C1EC1A6B53D}"/>
          </ac:spMkLst>
        </pc:spChg>
        <pc:spChg chg="add del mod">
          <ac:chgData name="Nikhil Nikki" userId="ba76b8fa6b778cca" providerId="LiveId" clId="{195A2778-1DA6-4D39-A53A-6CFF434A2BF2}" dt="2025-11-07T17:01:05.250" v="4669" actId="478"/>
          <ac:spMkLst>
            <pc:docMk/>
            <pc:sldMk cId="3607465916" sldId="265"/>
            <ac:spMk id="13" creationId="{D00C6FAC-7451-FB36-35CB-B6DCEAA56C3E}"/>
          </ac:spMkLst>
        </pc:spChg>
        <pc:spChg chg="add del mod">
          <ac:chgData name="Nikhil Nikki" userId="ba76b8fa6b778cca" providerId="LiveId" clId="{195A2778-1DA6-4D39-A53A-6CFF434A2BF2}" dt="2025-11-07T17:06:26.287" v="4682" actId="478"/>
          <ac:spMkLst>
            <pc:docMk/>
            <pc:sldMk cId="3607465916" sldId="265"/>
            <ac:spMk id="14" creationId="{34976D6B-5400-37EB-6B33-ADCCE932F8E0}"/>
          </ac:spMkLst>
        </pc:spChg>
        <pc:spChg chg="add mod">
          <ac:chgData name="Nikhil Nikki" userId="ba76b8fa6b778cca" providerId="LiveId" clId="{195A2778-1DA6-4D39-A53A-6CFF434A2BF2}" dt="2025-11-07T17:11:07.879" v="4691" actId="207"/>
          <ac:spMkLst>
            <pc:docMk/>
            <pc:sldMk cId="3607465916" sldId="265"/>
            <ac:spMk id="15" creationId="{77BCC6D1-A828-636B-2486-6D0E0B4E32B7}"/>
          </ac:spMkLst>
        </pc:spChg>
        <pc:spChg chg="add mod">
          <ac:chgData name="Nikhil Nikki" userId="ba76b8fa6b778cca" providerId="LiveId" clId="{195A2778-1DA6-4D39-A53A-6CFF434A2BF2}" dt="2025-11-07T18:08:42.422" v="6494" actId="14861"/>
          <ac:spMkLst>
            <pc:docMk/>
            <pc:sldMk cId="3607465916" sldId="265"/>
            <ac:spMk id="16" creationId="{F8C02388-19D4-8D5B-38B7-8681C55A3661}"/>
          </ac:spMkLst>
        </pc:spChg>
      </pc:sldChg>
      <pc:sldChg chg="addSp modSp new mod modTransition setBg">
        <pc:chgData name="Nikhil Nikki" userId="ba76b8fa6b778cca" providerId="LiveId" clId="{195A2778-1DA6-4D39-A53A-6CFF434A2BF2}" dt="2025-11-07T18:26:38.185" v="6703"/>
        <pc:sldMkLst>
          <pc:docMk/>
          <pc:sldMk cId="2214367618" sldId="266"/>
        </pc:sldMkLst>
        <pc:spChg chg="add mod">
          <ac:chgData name="Nikhil Nikki" userId="ba76b8fa6b778cca" providerId="LiveId" clId="{195A2778-1DA6-4D39-A53A-6CFF434A2BF2}" dt="2025-11-07T18:05:43.938" v="6309" actId="207"/>
          <ac:spMkLst>
            <pc:docMk/>
            <pc:sldMk cId="2214367618" sldId="266"/>
            <ac:spMk id="2" creationId="{68956B78-0A89-D188-07C2-A593112E83E0}"/>
          </ac:spMkLst>
        </pc:spChg>
      </pc:sldChg>
      <pc:sldMasterChg chg="setBg modSldLayout">
        <pc:chgData name="Nikhil Nikki" userId="ba76b8fa6b778cca" providerId="LiveId" clId="{195A2778-1DA6-4D39-A53A-6CFF434A2BF2}" dt="2025-11-07T09:46:10.461" v="3203"/>
        <pc:sldMasterMkLst>
          <pc:docMk/>
          <pc:sldMasterMk cId="2412100491" sldId="2147483648"/>
        </pc:sldMasterMkLst>
        <pc:sldLayoutChg chg="setBg">
          <pc:chgData name="Nikhil Nikki" userId="ba76b8fa6b778cca" providerId="LiveId" clId="{195A2778-1DA6-4D39-A53A-6CFF434A2BF2}" dt="2025-11-07T09:46:10.461" v="3203"/>
          <pc:sldLayoutMkLst>
            <pc:docMk/>
            <pc:sldMasterMk cId="2412100491" sldId="2147483648"/>
            <pc:sldLayoutMk cId="2225998133" sldId="2147483649"/>
          </pc:sldLayoutMkLst>
        </pc:sldLayoutChg>
        <pc:sldLayoutChg chg="setBg">
          <pc:chgData name="Nikhil Nikki" userId="ba76b8fa6b778cca" providerId="LiveId" clId="{195A2778-1DA6-4D39-A53A-6CFF434A2BF2}" dt="2025-11-07T09:46:10.461" v="3203"/>
          <pc:sldLayoutMkLst>
            <pc:docMk/>
            <pc:sldMasterMk cId="2412100491" sldId="2147483648"/>
            <pc:sldLayoutMk cId="1541791906" sldId="2147483650"/>
          </pc:sldLayoutMkLst>
        </pc:sldLayoutChg>
        <pc:sldLayoutChg chg="setBg">
          <pc:chgData name="Nikhil Nikki" userId="ba76b8fa6b778cca" providerId="LiveId" clId="{195A2778-1DA6-4D39-A53A-6CFF434A2BF2}" dt="2025-11-07T09:46:10.461" v="3203"/>
          <pc:sldLayoutMkLst>
            <pc:docMk/>
            <pc:sldMasterMk cId="2412100491" sldId="2147483648"/>
            <pc:sldLayoutMk cId="534752944" sldId="2147483651"/>
          </pc:sldLayoutMkLst>
        </pc:sldLayoutChg>
        <pc:sldLayoutChg chg="setBg">
          <pc:chgData name="Nikhil Nikki" userId="ba76b8fa6b778cca" providerId="LiveId" clId="{195A2778-1DA6-4D39-A53A-6CFF434A2BF2}" dt="2025-11-07T09:46:10.461" v="3203"/>
          <pc:sldLayoutMkLst>
            <pc:docMk/>
            <pc:sldMasterMk cId="2412100491" sldId="2147483648"/>
            <pc:sldLayoutMk cId="1585652949" sldId="2147483652"/>
          </pc:sldLayoutMkLst>
        </pc:sldLayoutChg>
        <pc:sldLayoutChg chg="setBg">
          <pc:chgData name="Nikhil Nikki" userId="ba76b8fa6b778cca" providerId="LiveId" clId="{195A2778-1DA6-4D39-A53A-6CFF434A2BF2}" dt="2025-11-07T09:46:10.461" v="3203"/>
          <pc:sldLayoutMkLst>
            <pc:docMk/>
            <pc:sldMasterMk cId="2412100491" sldId="2147483648"/>
            <pc:sldLayoutMk cId="1347196984" sldId="2147483653"/>
          </pc:sldLayoutMkLst>
        </pc:sldLayoutChg>
        <pc:sldLayoutChg chg="setBg">
          <pc:chgData name="Nikhil Nikki" userId="ba76b8fa6b778cca" providerId="LiveId" clId="{195A2778-1DA6-4D39-A53A-6CFF434A2BF2}" dt="2025-11-07T09:46:10.461" v="3203"/>
          <pc:sldLayoutMkLst>
            <pc:docMk/>
            <pc:sldMasterMk cId="2412100491" sldId="2147483648"/>
            <pc:sldLayoutMk cId="1732064839" sldId="2147483654"/>
          </pc:sldLayoutMkLst>
        </pc:sldLayoutChg>
        <pc:sldLayoutChg chg="setBg">
          <pc:chgData name="Nikhil Nikki" userId="ba76b8fa6b778cca" providerId="LiveId" clId="{195A2778-1DA6-4D39-A53A-6CFF434A2BF2}" dt="2025-11-07T09:46:10.461" v="3203"/>
          <pc:sldLayoutMkLst>
            <pc:docMk/>
            <pc:sldMasterMk cId="2412100491" sldId="2147483648"/>
            <pc:sldLayoutMk cId="3770072938" sldId="2147483655"/>
          </pc:sldLayoutMkLst>
        </pc:sldLayoutChg>
        <pc:sldLayoutChg chg="setBg">
          <pc:chgData name="Nikhil Nikki" userId="ba76b8fa6b778cca" providerId="LiveId" clId="{195A2778-1DA6-4D39-A53A-6CFF434A2BF2}" dt="2025-11-07T09:46:10.461" v="3203"/>
          <pc:sldLayoutMkLst>
            <pc:docMk/>
            <pc:sldMasterMk cId="2412100491" sldId="2147483648"/>
            <pc:sldLayoutMk cId="3447202513" sldId="2147483656"/>
          </pc:sldLayoutMkLst>
        </pc:sldLayoutChg>
        <pc:sldLayoutChg chg="setBg">
          <pc:chgData name="Nikhil Nikki" userId="ba76b8fa6b778cca" providerId="LiveId" clId="{195A2778-1DA6-4D39-A53A-6CFF434A2BF2}" dt="2025-11-07T09:46:10.461" v="3203"/>
          <pc:sldLayoutMkLst>
            <pc:docMk/>
            <pc:sldMasterMk cId="2412100491" sldId="2147483648"/>
            <pc:sldLayoutMk cId="2939035624" sldId="2147483657"/>
          </pc:sldLayoutMkLst>
        </pc:sldLayoutChg>
        <pc:sldLayoutChg chg="setBg">
          <pc:chgData name="Nikhil Nikki" userId="ba76b8fa6b778cca" providerId="LiveId" clId="{195A2778-1DA6-4D39-A53A-6CFF434A2BF2}" dt="2025-11-07T09:46:10.461" v="3203"/>
          <pc:sldLayoutMkLst>
            <pc:docMk/>
            <pc:sldMasterMk cId="2412100491" sldId="2147483648"/>
            <pc:sldLayoutMk cId="3261450247" sldId="2147483658"/>
          </pc:sldLayoutMkLst>
        </pc:sldLayoutChg>
        <pc:sldLayoutChg chg="setBg">
          <pc:chgData name="Nikhil Nikki" userId="ba76b8fa6b778cca" providerId="LiveId" clId="{195A2778-1DA6-4D39-A53A-6CFF434A2BF2}" dt="2025-11-07T09:46:10.461" v="3203"/>
          <pc:sldLayoutMkLst>
            <pc:docMk/>
            <pc:sldMasterMk cId="2412100491" sldId="2147483648"/>
            <pc:sldLayoutMk cId="293627919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42EC4-9B2D-4FCB-8894-7542BF45DAD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B5958-6771-46FA-ACD2-CAC05DD7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23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B5958-6771-46FA-ACD2-CAC05DD7ABD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837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B5958-6771-46FA-ACD2-CAC05DD7ABD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222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60839-633D-B37C-E472-864B7FB4A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BB555-6B44-FB52-E828-6748F05AB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592BC-C3E9-47E2-FB19-90957F723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05546-FE8E-46DC-D3B7-17BAF6FE8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81886-A83D-AB8D-8FF7-3F879A8A4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998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831E-8E07-108E-9002-73910649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65F2A-8784-25D3-79BA-F70953CE2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4F021-1712-B0ED-F909-540CC9BEF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ADC04-237B-6035-6172-DDE2CC6F9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829C9-9FF7-BFA8-C7FD-ECC8B3A3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79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EB73-0C95-E480-07F0-01D4FCF4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69396-43DF-03B7-9381-DAB9D2D64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7493B-0C59-75CD-05BB-DA730E7A4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B57D4-1878-E6DC-7A59-D68C633D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664D-7AEF-160C-160C-EAE70BA6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75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DE97-FDA7-C34D-0E9C-12C5A6A7D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F3034-290E-2F2B-F0D0-328A783FD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9FE32-95E8-22FC-9C47-272B26CF5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C8F34-8085-BC2B-1C9B-1F85D7B07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7A49B-3842-D9A4-7AF6-85C893B7C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02EB3-001F-5785-1CEA-D0E424A0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65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FB75-F20E-701C-56C3-06F7CD1D0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A9945-1FE5-3222-3797-4445D372B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2B660-DF1B-B977-4C3C-E58110026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557F3A-F7A0-4075-F156-48CBA5CE6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B53C7-47A7-2856-2854-2B274C5FA7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A1433B-7633-06FC-D7AB-20A39E19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17D233-CE36-73CE-CC0B-FE1E6753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1A10D-3E49-4871-E98D-7D93746B9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19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3E45-5A9D-A921-2D69-96087A80F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0076E-7D8D-7274-9B99-6748E321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1ACEF-AF54-B084-6609-36C7AEF41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796C1-78FC-D830-973F-766F32716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06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A60BCB-5EDE-BD32-93BE-E8B260BD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196255-4660-CCC2-BBDD-C4E55B07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C0670-3CC5-8FB4-0C4A-F603F014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072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FDC9-EC84-D252-850B-590BA5E55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0A74E-0DD5-05B8-DA87-50C7E9C7A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A767B-8820-9508-034C-8C9DC8F7C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EFD5C-3503-B497-5C1B-02BC51871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53DAC-E40E-9A6B-49F2-2E0F54D4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C27F2-4CE1-092E-586B-F4E3FFD4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202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145D-2775-8555-69A6-B49402CB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A7214-8A6F-6E53-8D78-301FD51AA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B7F37-D3F6-4E06-3A8D-ACCEB9E78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FCC3F-3D21-2A57-DA65-A6278D937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C687E-9ABC-83AE-1A9C-9C2CD5307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A819C-8FA4-2610-A465-14FB0CB2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03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BEA2D-F489-7392-5C5C-F9A82112B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80881-0303-4F40-1093-6B5D39EE5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085DD-AE7B-E80F-33C1-CF110502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08541-C55A-362C-A3C1-88C70181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18689-7320-B782-5C2B-3C3B2315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450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F393C7-2316-0535-1E30-E0E1377B4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E160-B1B9-B1A8-F727-6A50D11B5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424C1-B6B8-6DB5-EB2D-252CF231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A71B3-35AF-9649-221C-1A868F42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A1C0E-0611-7206-2487-36527110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27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B7279-1F7A-A22A-D845-C8686756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FF912-652B-194B-BFAA-6CD649CD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B6CCC-5BC0-DB81-0F9A-58AB3D260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1BB33-C488-416E-8EA1-628425B8F09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24230-07CA-0753-CC94-A9527997F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9F0E4-03B2-1F59-162B-18D76F939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936FAB-B774-48CF-A4E6-311E350E5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100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data%20analysis%20dark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vgsilh.com/image/24274.html" TargetMode="Externa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icciano.commons.gc.cuny.edu/2020/07/02/national-research-cloud-coming-would-spur-artificial-intelligence-development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80962/business%20process%20-%20numbered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67179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nsightextractor.com/2014/07/21/back-to-basics-continuous-vs-discrete-variables-and-their-importance-in-data-visualization/" TargetMode="External"/><Relationship Id="rId3" Type="http://schemas.openxmlformats.org/officeDocument/2006/relationships/image" Target="../media/image8.sv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istoricalmapchart.net/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svgsilh.com/image/1020319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380346/aerial-view-business-data-analysis-graph" TargetMode="External"/><Relationship Id="rId2" Type="http://schemas.openxmlformats.org/officeDocument/2006/relationships/image" Target="../media/image11.1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scargas.intef.es/cedec/proyectoedia/filosofia/contenidos/Filoland11_filosofia_practica/prueba_de_fuego_aventura_filosofa_prctica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justice-scales-orange-libra-311699/" TargetMode="Externa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ulb-light-white-concept-bright-316751/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nago.com/academy/research-aims-and-objectives/" TargetMode="Externa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hand-leave-pen-paper-thank-you-226358/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8E3D-589D-7AD5-9895-A61A4CE52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917" y="975815"/>
            <a:ext cx="10488303" cy="21051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Superstore Data Analysis</a:t>
            </a:r>
            <a:b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700" dirty="0">
                <a:solidFill>
                  <a:schemeClr val="accent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Retail Insights &amp; Dashboard Development</a:t>
            </a:r>
            <a:endParaRPr lang="en-IN" sz="2700" b="1" dirty="0">
              <a:solidFill>
                <a:schemeClr val="accent2">
                  <a:lumMod val="40000"/>
                  <a:lumOff val="60000"/>
                </a:schemeClr>
              </a:solidFill>
              <a:latin typeface="Baskerville Old Face" panose="020206020805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CDADC-327C-4745-20DA-EBC292E48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2429" y="5773003"/>
            <a:ext cx="3618931" cy="890516"/>
          </a:xfrm>
        </p:spPr>
        <p:txBody>
          <a:bodyPr/>
          <a:lstStyle/>
          <a:p>
            <a:br>
              <a:rPr lang="en-US" dirty="0"/>
            </a:br>
            <a:r>
              <a:rPr lang="en-US" dirty="0" err="1">
                <a:solidFill>
                  <a:schemeClr val="bg1"/>
                </a:solidFill>
                <a:latin typeface="Bahnschrift Light SemiCondensed" panose="020B0502040204020203" pitchFamily="34" charset="0"/>
              </a:rPr>
              <a:t>Paramandla</a:t>
            </a:r>
            <a:r>
              <a:rPr lang="en-US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 Jayanth </a:t>
            </a:r>
            <a:r>
              <a:rPr lang="en-US" dirty="0" err="1">
                <a:solidFill>
                  <a:schemeClr val="bg1"/>
                </a:solidFill>
                <a:latin typeface="Bahnschrift Light SemiCondensed" panose="020B0502040204020203" pitchFamily="34" charset="0"/>
              </a:rPr>
              <a:t>kumar</a:t>
            </a:r>
            <a:endParaRPr lang="en-IN" dirty="0">
              <a:solidFill>
                <a:schemeClr val="bg1"/>
              </a:solidFill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3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5000">
              <a:srgbClr val="74C4E9"/>
            </a:gs>
            <a:gs pos="59690">
              <a:srgbClr val="74C4E9"/>
            </a:gs>
            <a:gs pos="2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FC31-BCDD-1EE2-FC21-12BF3CA64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827" y="747049"/>
            <a:ext cx="2645434" cy="436143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4BE59-1520-A4B7-16E9-0B5243A9D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3468" y="1312435"/>
            <a:ext cx="9809708" cy="4747171"/>
          </a:xfrm>
          <a:noFill/>
        </p:spPr>
        <p:txBody>
          <a:bodyPr>
            <a:normAutofit/>
          </a:bodyPr>
          <a:lstStyle/>
          <a:p>
            <a:pPr algn="l"/>
            <a:r>
              <a:rPr lang="en-IN" sz="2000" b="1" dirty="0">
                <a:latin typeface="Bahnschrift" panose="020B0502040204020203" pitchFamily="34" charset="0"/>
              </a:rPr>
              <a:t>Objective:</a:t>
            </a:r>
          </a:p>
          <a:p>
            <a:pPr algn="l"/>
            <a:r>
              <a:rPr lang="en-US" sz="1800" dirty="0"/>
              <a:t>To analyze sales and profit data  from the Superstore dataset to uncover key business  insights that support data-driven decision-making.</a:t>
            </a:r>
          </a:p>
          <a:p>
            <a:pPr algn="l"/>
            <a:r>
              <a:rPr lang="en-IN" sz="2000" b="1" dirty="0">
                <a:latin typeface="Bahnschrift" panose="020B0502040204020203" pitchFamily="34" charset="0"/>
              </a:rPr>
              <a:t>Scope:</a:t>
            </a:r>
          </a:p>
          <a:p>
            <a:pPr algn="l"/>
            <a:endParaRPr lang="en-IN" sz="2000" dirty="0">
              <a:latin typeface="Bahnschrift" panose="020B0502040204020203" pitchFamily="34" charset="0"/>
            </a:endParaRPr>
          </a:p>
          <a:p>
            <a:pPr algn="l"/>
            <a:r>
              <a:rPr lang="en-IN" sz="2000" dirty="0">
                <a:latin typeface="Bahnschrift" panose="020B0502040204020203" pitchFamily="34" charset="0"/>
              </a:rPr>
              <a:t>    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4F92B44-CA50-54F5-69C6-FF05E6FCB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7384" y="2542361"/>
            <a:ext cx="881114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Sales, Profit, Discounts, and Delivery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across different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Regions, Product Categories, and Customer Segments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of factors influencing profitability and operational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b="1" dirty="0">
                <a:latin typeface="Bahnschrift" panose="020B0502040204020203" pitchFamily="34" charset="0"/>
              </a:rPr>
              <a:t>Tools Used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Python &amp; Pandas</a:t>
            </a:r>
            <a:r>
              <a:rPr lang="en-US" dirty="0"/>
              <a:t> – Data cleaning and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SQL (MySQL)</a:t>
            </a:r>
            <a:r>
              <a:rPr lang="en-US" dirty="0"/>
              <a:t> – Data extraction, joins, and aggregation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Power BI</a:t>
            </a:r>
            <a:r>
              <a:rPr lang="en-US" dirty="0"/>
              <a:t> – Interactive dashboard and visualization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7FCF23-BEB2-35A4-616C-D176DA5251AE}"/>
              </a:ext>
            </a:extLst>
          </p:cNvPr>
          <p:cNvSpPr/>
          <p:nvPr/>
        </p:nvSpPr>
        <p:spPr>
          <a:xfrm>
            <a:off x="5466806" y="4866427"/>
            <a:ext cx="6424749" cy="1730316"/>
          </a:xfrm>
          <a:prstGeom prst="rect">
            <a:avLst/>
          </a:prstGeom>
          <a:blipFill dpi="0" rotWithShape="1">
            <a:blip r:embed="rId3">
              <a:alphaModFix amt="44000"/>
              <a:extLst>
                <a:ext uri="{96DAC541-7B7A-43D3-8B79-37D633B846F1}">
                  <asvg:svgBlip xmlns:asvg="http://schemas.microsoft.com/office/drawing/2016/SVG/main" r:embed="rId4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chemeClr val="tx2">
                <a:lumMod val="50000"/>
                <a:lumOff val="50000"/>
                <a:alpha val="0"/>
              </a:schemeClr>
            </a:outerShdw>
            <a:reflection stA="72000"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58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9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BE20-0B94-7AC0-FB4A-94608056E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627" y="105819"/>
            <a:ext cx="2354239" cy="842702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2"/>
                </a:solidFill>
                <a:latin typeface="Bahnschrift" panose="020B0502040204020203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C3A98-E233-5EE7-FC3A-AD1FE0533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6980"/>
            <a:ext cx="10515600" cy="5439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Bahnschrift" panose="020B0502040204020203" pitchFamily="34" charset="0"/>
              </a:rPr>
              <a:t>Project Workflow</a:t>
            </a:r>
            <a:r>
              <a:rPr lang="en-IN" sz="2400" dirty="0"/>
              <a:t>:               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562ACF-5C5E-DCB0-FFEE-E8E0492D5C4B}"/>
              </a:ext>
            </a:extLst>
          </p:cNvPr>
          <p:cNvSpPr/>
          <p:nvPr/>
        </p:nvSpPr>
        <p:spPr>
          <a:xfrm>
            <a:off x="4798892" y="817184"/>
            <a:ext cx="2141562" cy="5071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Data Collection </a:t>
            </a:r>
            <a:endParaRPr lang="en-IN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CCD83092-C99E-46EA-5FBE-BE099417C785}"/>
              </a:ext>
            </a:extLst>
          </p:cNvPr>
          <p:cNvSpPr/>
          <p:nvPr/>
        </p:nvSpPr>
        <p:spPr>
          <a:xfrm>
            <a:off x="5733764" y="1343117"/>
            <a:ext cx="197892" cy="3207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1B96F1-4BD8-872D-07FB-AF9C3E292C18}"/>
              </a:ext>
            </a:extLst>
          </p:cNvPr>
          <p:cNvSpPr/>
          <p:nvPr/>
        </p:nvSpPr>
        <p:spPr>
          <a:xfrm>
            <a:off x="5158852" y="1682606"/>
            <a:ext cx="1473959" cy="42468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Cleaning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E74F23E-97D9-E869-74B7-7C1DC586B93B}"/>
              </a:ext>
            </a:extLst>
          </p:cNvPr>
          <p:cNvSpPr/>
          <p:nvPr/>
        </p:nvSpPr>
        <p:spPr>
          <a:xfrm>
            <a:off x="5752526" y="2126055"/>
            <a:ext cx="174009" cy="3207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143C91-EDDC-C985-D383-CAC1C7B63AAA}"/>
              </a:ext>
            </a:extLst>
          </p:cNvPr>
          <p:cNvSpPr/>
          <p:nvPr/>
        </p:nvSpPr>
        <p:spPr>
          <a:xfrm>
            <a:off x="4798892" y="2442684"/>
            <a:ext cx="2193880" cy="51284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Transformation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F2C9F78-74AF-94B2-78DB-620AAB78770C}"/>
              </a:ext>
            </a:extLst>
          </p:cNvPr>
          <p:cNvSpPr/>
          <p:nvPr/>
        </p:nvSpPr>
        <p:spPr>
          <a:xfrm>
            <a:off x="5764469" y="2972234"/>
            <a:ext cx="167187" cy="2569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39A151-0FC6-8B57-CCD6-418D6C2FEE29}"/>
              </a:ext>
            </a:extLst>
          </p:cNvPr>
          <p:cNvSpPr/>
          <p:nvPr/>
        </p:nvSpPr>
        <p:spPr>
          <a:xfrm>
            <a:off x="5126440" y="3231946"/>
            <a:ext cx="1538784" cy="34289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Analysis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CD8FA303-EE40-AF20-47BA-A093E6641431}"/>
              </a:ext>
            </a:extLst>
          </p:cNvPr>
          <p:cNvSpPr/>
          <p:nvPr/>
        </p:nvSpPr>
        <p:spPr>
          <a:xfrm>
            <a:off x="5755938" y="3581740"/>
            <a:ext cx="167187" cy="2569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3CE57A-1BCF-AD16-52F2-F645EDF1DEAE}"/>
              </a:ext>
            </a:extLst>
          </p:cNvPr>
          <p:cNvSpPr/>
          <p:nvPr/>
        </p:nvSpPr>
        <p:spPr>
          <a:xfrm>
            <a:off x="4700798" y="3857413"/>
            <a:ext cx="2402862" cy="4540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Visualization 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9D392AE5-4047-5396-2F41-5087EB37F32B}"/>
              </a:ext>
            </a:extLst>
          </p:cNvPr>
          <p:cNvSpPr/>
          <p:nvPr/>
        </p:nvSpPr>
        <p:spPr>
          <a:xfrm>
            <a:off x="5755088" y="4317089"/>
            <a:ext cx="185951" cy="2569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5677691-CA23-53C0-11A5-72D51EDCD9DA}"/>
              </a:ext>
            </a:extLst>
          </p:cNvPr>
          <p:cNvSpPr/>
          <p:nvPr/>
        </p:nvSpPr>
        <p:spPr>
          <a:xfrm>
            <a:off x="4843247" y="4592762"/>
            <a:ext cx="2208095" cy="4824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Validation</a:t>
            </a:r>
            <a:r>
              <a:rPr lang="en-IN" dirty="0"/>
              <a:t> 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2ECABA5-4E05-6400-4B86-37E0950037BD}"/>
              </a:ext>
            </a:extLst>
          </p:cNvPr>
          <p:cNvSpPr/>
          <p:nvPr/>
        </p:nvSpPr>
        <p:spPr>
          <a:xfrm>
            <a:off x="5788951" y="5075231"/>
            <a:ext cx="206900" cy="3503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E96A35-8141-1937-C562-BC1D7034B350}"/>
              </a:ext>
            </a:extLst>
          </p:cNvPr>
          <p:cNvSpPr/>
          <p:nvPr/>
        </p:nvSpPr>
        <p:spPr>
          <a:xfrm>
            <a:off x="4915465" y="5425536"/>
            <a:ext cx="2135877" cy="47829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139300726"/>
      </p:ext>
    </p:extLst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247DD-1E06-8C1E-8D38-AF1E106D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961" y="1027043"/>
            <a:ext cx="2171131" cy="74716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Baskerville Old Face" panose="02020602080505020303" pitchFamily="18" charset="0"/>
              </a:rPr>
              <a:t>Explanation</a:t>
            </a:r>
            <a:endParaRPr lang="en-IN" sz="3200" b="1" dirty="0">
              <a:latin typeface="Baskerville Old Face" panose="020206020805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71B406-E1F5-DEC5-682E-2415EF2D1C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5814" y="1975922"/>
            <a:ext cx="1039959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800" b="1" dirty="0"/>
              <a:t>Data Collection:</a:t>
            </a:r>
            <a:r>
              <a:rPr lang="en-US" sz="1800" dirty="0"/>
              <a:t> Gathered raw data from Superstore dataset (CSV/Database).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800" b="1" dirty="0"/>
              <a:t>Data Cleaning (Python):</a:t>
            </a:r>
            <a:r>
              <a:rPr lang="en-US" sz="1800" dirty="0"/>
              <a:t> Removed duplicates, handled missing values, corrected data types.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800" b="1" dirty="0"/>
              <a:t>Data Transformation (Python &amp; SQL):</a:t>
            </a:r>
            <a:r>
              <a:rPr lang="en-US" sz="1800" dirty="0"/>
              <a:t> Created calculated fields like Profit Margin, merged multiple tables.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800" b="1" dirty="0"/>
              <a:t>Data Analysis (Python):</a:t>
            </a:r>
            <a:r>
              <a:rPr lang="en-US" sz="1800" dirty="0"/>
              <a:t> Identified trends, patterns, and relationships.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800" b="1" dirty="0"/>
              <a:t>Visualization (Power BI):</a:t>
            </a:r>
            <a:r>
              <a:rPr lang="en-US" sz="1800" dirty="0"/>
              <a:t> Built interactive dashboards with charts, maps, and filters.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800" b="1" dirty="0"/>
              <a:t>Validation:</a:t>
            </a:r>
            <a:r>
              <a:rPr lang="en-US" sz="1800" dirty="0"/>
              <a:t> Cross-checked results between Python, SQL, and Power BI.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31E97DB4-AFE0-056E-C0B1-191A1C1C3BF7}"/>
              </a:ext>
            </a:extLst>
          </p:cNvPr>
          <p:cNvSpPr/>
          <p:nvPr/>
        </p:nvSpPr>
        <p:spPr>
          <a:xfrm>
            <a:off x="10866120" y="5544330"/>
            <a:ext cx="914400" cy="9144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01D621BE-CB02-E458-2F6B-5C73B03A7E94}"/>
              </a:ext>
            </a:extLst>
          </p:cNvPr>
          <p:cNvSpPr/>
          <p:nvPr/>
        </p:nvSpPr>
        <p:spPr>
          <a:xfrm rot="10800000">
            <a:off x="11018520" y="5016136"/>
            <a:ext cx="1173480" cy="1841863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A7613F3E-2331-D1CC-F402-1B551E2EE53E}"/>
              </a:ext>
            </a:extLst>
          </p:cNvPr>
          <p:cNvSpPr/>
          <p:nvPr/>
        </p:nvSpPr>
        <p:spPr>
          <a:xfrm>
            <a:off x="10718074" y="4100884"/>
            <a:ext cx="1234440" cy="144344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578DC00C-AFCF-F958-0B05-190ECCC5CE63}"/>
              </a:ext>
            </a:extLst>
          </p:cNvPr>
          <p:cNvSpPr/>
          <p:nvPr/>
        </p:nvSpPr>
        <p:spPr>
          <a:xfrm rot="5400000">
            <a:off x="10612531" y="311599"/>
            <a:ext cx="1954458" cy="123444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D88776EC-305B-C18A-2BC1-DE9A0648B31C}"/>
              </a:ext>
            </a:extLst>
          </p:cNvPr>
          <p:cNvSpPr/>
          <p:nvPr/>
        </p:nvSpPr>
        <p:spPr>
          <a:xfrm>
            <a:off x="11098814" y="399270"/>
            <a:ext cx="646449" cy="75111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78523A9B-92F5-850C-625E-08ACF0E223AD}"/>
              </a:ext>
            </a:extLst>
          </p:cNvPr>
          <p:cNvSpPr/>
          <p:nvPr/>
        </p:nvSpPr>
        <p:spPr>
          <a:xfrm>
            <a:off x="10918291" y="1192916"/>
            <a:ext cx="994954" cy="124338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0340F2-05CB-6233-4A1E-15D894FED34E}"/>
              </a:ext>
            </a:extLst>
          </p:cNvPr>
          <p:cNvSpPr/>
          <p:nvPr/>
        </p:nvSpPr>
        <p:spPr>
          <a:xfrm>
            <a:off x="1417319" y="4271555"/>
            <a:ext cx="8776063" cy="2351314"/>
          </a:xfrm>
          <a:prstGeom prst="rect">
            <a:avLst/>
          </a:prstGeom>
          <a:blipFill>
            <a:blip r:embed="rId2">
              <a:alphaModFix amt="60000"/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068652"/>
      </p:ext>
    </p:extLst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158">
              <a:srgbClr val="74C4E9"/>
            </a:gs>
            <a:gs pos="59690">
              <a:srgbClr val="74C4E9"/>
            </a:gs>
            <a:gs pos="2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D503-1F63-1F01-EA5C-76B61109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96719" cy="76081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Data Cleaning &amp;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1283D-F213-3A0D-EEC2-F23C5E74E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979" y="1395721"/>
            <a:ext cx="10515600" cy="46297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Bahnschrift" panose="020B0502040204020203" pitchFamily="34" charset="0"/>
              </a:rPr>
              <a:t>Data Cleaning Steps:</a:t>
            </a:r>
            <a:endParaRPr lang="en-IN" sz="2400" dirty="0"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Removed duplicates</a:t>
            </a:r>
            <a:r>
              <a:rPr lang="en-US" sz="2000" dirty="0"/>
              <a:t> and handled </a:t>
            </a:r>
            <a:r>
              <a:rPr lang="en-US" sz="2000" b="1" dirty="0"/>
              <a:t>missing or inconsistent values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Standardized date formats</a:t>
            </a:r>
            <a:r>
              <a:rPr lang="en-US" sz="2000" dirty="0"/>
              <a:t> and corrected category names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Ensured correct </a:t>
            </a:r>
            <a:r>
              <a:rPr lang="en-US" sz="2000" b="1" dirty="0"/>
              <a:t>data types</a:t>
            </a:r>
            <a:r>
              <a:rPr lang="en-US" sz="2000" dirty="0"/>
              <a:t> (numeric, date, text) across all columns</a:t>
            </a:r>
          </a:p>
          <a:p>
            <a:pPr marL="0" indent="0">
              <a:buNone/>
            </a:pPr>
            <a:r>
              <a:rPr lang="en-IN" sz="2400" b="1" dirty="0">
                <a:latin typeface="Bahnschrift" panose="020B0502040204020203" pitchFamily="34" charset="0"/>
              </a:rPr>
              <a:t>Data Transformation:</a:t>
            </a:r>
          </a:p>
          <a:p>
            <a:pPr marL="0" indent="0">
              <a:buNone/>
            </a:pPr>
            <a:r>
              <a:rPr lang="en-US" sz="2000" dirty="0"/>
              <a:t>Created </a:t>
            </a:r>
            <a:r>
              <a:rPr lang="en-US" sz="2000" b="1" dirty="0"/>
              <a:t>calculated fields</a:t>
            </a:r>
            <a:r>
              <a:rPr lang="en-US" sz="2000" dirty="0"/>
              <a:t> to enhance analysis: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Profit Margin = Profit /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Days to Ship = Ship Date – Order Date</a:t>
            </a:r>
          </a:p>
          <a:p>
            <a:pPr marL="0" indent="0">
              <a:buNone/>
            </a:pPr>
            <a:r>
              <a:rPr lang="en-US" sz="2000" b="1" dirty="0"/>
              <a:t>Merged multiple tables</a:t>
            </a:r>
            <a:r>
              <a:rPr lang="en-US" sz="2000" dirty="0"/>
              <a:t> (Orders, Products, Customers, Regions) into a single clean dataset</a:t>
            </a:r>
          </a:p>
          <a:p>
            <a:pPr marL="0" indent="0">
              <a:buNone/>
            </a:pPr>
            <a:r>
              <a:rPr lang="en-US" sz="2000" dirty="0"/>
              <a:t>Prepared final dataset for use in </a:t>
            </a:r>
            <a:r>
              <a:rPr lang="en-US" sz="2000" b="1" dirty="0"/>
              <a:t>SQL analysis and Power BI visualization.</a:t>
            </a:r>
          </a:p>
          <a:p>
            <a:pPr marL="0" indent="0">
              <a:buNone/>
            </a:pPr>
            <a:r>
              <a:rPr lang="en-US" sz="2400" b="1" dirty="0">
                <a:latin typeface="Bahnschrift" panose="020B0502040204020203" pitchFamily="34" charset="0"/>
              </a:rPr>
              <a:t>Outcome: </a:t>
            </a:r>
            <a:r>
              <a:rPr lang="en-US" sz="2000" dirty="0"/>
              <a:t>A structured, error-free dataset ready for meaningful insights and dashboard creation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b="1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n-IN" sz="2000" b="1" dirty="0">
              <a:latin typeface="Bahnschrift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AE682F-89DC-07B3-6982-82CF47989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EE45319-54F8-872B-3EA2-B9464063E046}"/>
              </a:ext>
            </a:extLst>
          </p:cNvPr>
          <p:cNvSpPr/>
          <p:nvPr/>
        </p:nvSpPr>
        <p:spPr>
          <a:xfrm>
            <a:off x="9810205" y="184666"/>
            <a:ext cx="2329543" cy="1534886"/>
          </a:xfrm>
          <a:prstGeom prst="ellipse">
            <a:avLst/>
          </a:prstGeom>
          <a:blipFill>
            <a:blip r:embed="rId2">
              <a:alphaModFix amt="92000"/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54000" endPos="1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90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158">
              <a:srgbClr val="74C4E9"/>
            </a:gs>
            <a:gs pos="59690">
              <a:srgbClr val="74C4E9"/>
            </a:gs>
            <a:gs pos="2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06592-6F04-1E88-ECCB-11D58C581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02525" cy="514769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Baskerville Old Face" panose="02020602080505020303" pitchFamily="18" charset="0"/>
              </a:rPr>
              <a:t>Exploratory Data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A88695-BE7C-5268-B2B4-264BA83BEE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5748" y="1087988"/>
            <a:ext cx="10266872" cy="495520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Bahnschrift" panose="020B0502040204020203" pitchFamily="34" charset="0"/>
              </a:rPr>
              <a:t>Top-Performing Regions</a:t>
            </a:r>
            <a:r>
              <a:rPr lang="en-US" altLang="en-US" sz="2000" b="1" dirty="0"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West region generated the </a:t>
            </a:r>
            <a:r>
              <a:rPr lang="en-US" sz="1800" b="1" dirty="0"/>
              <a:t>highest profit</a:t>
            </a:r>
            <a:r>
              <a:rPr lang="en-US" sz="18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Central Region showed </a:t>
            </a:r>
            <a:r>
              <a:rPr lang="en-US" sz="1800" b="1" dirty="0"/>
              <a:t>lower performance</a:t>
            </a:r>
            <a:r>
              <a:rPr lang="en-US" sz="1800" dirty="0"/>
              <a:t> due to higher discounts.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Bahnschrift" panose="020B0502040204020203" pitchFamily="34" charset="0"/>
              </a:rPr>
              <a:t>Category Analysis: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Office supplies recorded the </a:t>
            </a:r>
            <a:r>
              <a:rPr lang="en-US" sz="1800" b="1" dirty="0"/>
              <a:t>largest number of orders.</a:t>
            </a:r>
            <a:endParaRPr lang="en-US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Technology yielded the </a:t>
            </a:r>
            <a:r>
              <a:rPr lang="en-US" sz="1800" b="1" dirty="0"/>
              <a:t>highest profit margin</a:t>
            </a:r>
            <a:r>
              <a:rPr lang="en-US" sz="1800" dirty="0"/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Bahnschrift" panose="020B0502040204020203" pitchFamily="34" charset="0"/>
              </a:rPr>
              <a:t>Discount vs Profit Relationship</a:t>
            </a:r>
            <a:r>
              <a:rPr lang="en-IN" sz="2000" dirty="0">
                <a:latin typeface="Bahnschrift" panose="020B0502040204020203" pitchFamily="34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High discounts increased sales volume but </a:t>
            </a:r>
            <a:r>
              <a:rPr lang="en-US" sz="2000" b="1" dirty="0"/>
              <a:t>reduced overall profit margins</a:t>
            </a:r>
            <a:r>
              <a:rPr lang="en-US" sz="2000" dirty="0"/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>
                <a:latin typeface="Bahnschrift" panose="020B0502040204020203" pitchFamily="34" charset="0"/>
              </a:rPr>
              <a:t>Visual Representations: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/>
              <a:t>Bar chart : Sales by Product Category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/>
              <a:t>Map chart : Profit by region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/>
              <a:t>Line chart : Monthly sales trend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/>
              <a:t>Scatter chart : Discount vs profit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b="1" dirty="0"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EC6465-A2F9-16F0-6C59-4A8C30B4E984}"/>
              </a:ext>
            </a:extLst>
          </p:cNvPr>
          <p:cNvSpPr/>
          <p:nvPr/>
        </p:nvSpPr>
        <p:spPr>
          <a:xfrm>
            <a:off x="9339575" y="365125"/>
            <a:ext cx="2438400" cy="1934133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dist="50800" dir="5400000" sx="61000" sy="61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6FA426-F64D-D873-736E-0E3DA4A772C6}"/>
              </a:ext>
            </a:extLst>
          </p:cNvPr>
          <p:cNvSpPr/>
          <p:nvPr/>
        </p:nvSpPr>
        <p:spPr>
          <a:xfrm>
            <a:off x="9622420" y="2749926"/>
            <a:ext cx="1928581" cy="1783080"/>
          </a:xfrm>
          <a:prstGeom prst="ellipse">
            <a:avLst/>
          </a:prstGeom>
          <a:blipFill>
            <a:blip r:embed="rId5">
              <a:extLs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5AEEF9-8017-73B4-F734-BDA4BCF077E8}"/>
              </a:ext>
            </a:extLst>
          </p:cNvPr>
          <p:cNvSpPr/>
          <p:nvPr/>
        </p:nvSpPr>
        <p:spPr>
          <a:xfrm>
            <a:off x="5858691" y="4539343"/>
            <a:ext cx="4147458" cy="209658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200D18-F562-388F-4E69-91344D0B4FA6}"/>
              </a:ext>
            </a:extLst>
          </p:cNvPr>
          <p:cNvSpPr/>
          <p:nvPr/>
        </p:nvSpPr>
        <p:spPr>
          <a:xfrm>
            <a:off x="7432767" y="4990011"/>
            <a:ext cx="4345208" cy="1645920"/>
          </a:xfrm>
          <a:prstGeom prst="roundRect">
            <a:avLst/>
          </a:prstGeom>
          <a:blipFill dpi="0" rotWithShape="1">
            <a:blip r:embed="rId7">
              <a:extLs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184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FB2D-346E-5AF8-523F-593F221E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81037"/>
            <a:ext cx="2205447" cy="76240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askerville Old Face" panose="02020602080505020303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FB1E0-9BD8-376D-8C62-25499D754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Bahnschrift" panose="020B0502040204020203" pitchFamily="34" charset="0"/>
              </a:rPr>
              <a:t>Regional Performance</a:t>
            </a:r>
            <a:r>
              <a:rPr lang="en-IN" sz="2400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“West Region” achieved the </a:t>
            </a:r>
            <a:r>
              <a:rPr lang="en-US" sz="2000" b="1" dirty="0"/>
              <a:t>highest overall profit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“Central Region” underperformed due to </a:t>
            </a:r>
            <a:r>
              <a:rPr lang="en-US" sz="2000" b="1" dirty="0"/>
              <a:t>excessive discounting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IN" sz="2400" b="1" dirty="0">
                <a:latin typeface="Bahnschrift" panose="020B0502040204020203" pitchFamily="34" charset="0"/>
              </a:rPr>
              <a:t>Discount Impact:</a:t>
            </a:r>
            <a:endParaRPr lang="en-US" sz="2400" b="1" dirty="0"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Higher discount rates led to </a:t>
            </a:r>
            <a:r>
              <a:rPr lang="en-US" sz="2000" b="1" dirty="0"/>
              <a:t>increased sales volume</a:t>
            </a:r>
            <a:r>
              <a:rPr lang="en-US" sz="2000" dirty="0"/>
              <a:t> but </a:t>
            </a:r>
            <a:r>
              <a:rPr lang="en-US" sz="2000" b="1" dirty="0"/>
              <a:t>lower profitability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IN" sz="2400" b="1" dirty="0">
                <a:latin typeface="Bahnschrift" panose="020B0502040204020203" pitchFamily="34" charset="0"/>
              </a:rPr>
              <a:t>Overall Observation:</a:t>
            </a:r>
            <a:endParaRPr lang="en-IN" sz="20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Profitability is influenced more by </a:t>
            </a:r>
            <a:r>
              <a:rPr lang="en-US" sz="2000" b="1" dirty="0"/>
              <a:t>discount strategy and category type</a:t>
            </a:r>
            <a:r>
              <a:rPr lang="en-US" sz="2000" dirty="0"/>
              <a:t> than by sales volume alone.</a:t>
            </a:r>
          </a:p>
          <a:p>
            <a:pPr marL="0" indent="0">
              <a:buNone/>
            </a:pPr>
            <a:endParaRPr lang="en-IN" sz="2400" b="1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n-IN" sz="24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160086"/>
      </p:ext>
    </p:extLst>
  </p:cSld>
  <p:clrMapOvr>
    <a:masterClrMapping/>
  </p:clrMapOvr>
  <p:transition spd="slow">
    <p:strips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3000">
              <a:schemeClr val="tx2">
                <a:lumMod val="25000"/>
                <a:lumOff val="75000"/>
              </a:schemeClr>
            </a:gs>
            <a:gs pos="2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A719-2BB1-6250-E09E-8AB70C6FD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910149" cy="71909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askerville Old Face" panose="02020602080505020303" pitchFamily="18" charset="0"/>
              </a:rPr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D142-D9D4-9BEB-1358-1D059B1AF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4439"/>
            <a:ext cx="10515600" cy="4942523"/>
          </a:xfrm>
          <a:gradFill>
            <a:gsLst>
              <a:gs pos="77000">
                <a:schemeClr val="tx2">
                  <a:lumMod val="25000"/>
                  <a:lumOff val="75000"/>
                </a:schemeClr>
              </a:gs>
              <a:gs pos="33000">
                <a:schemeClr val="bg1"/>
              </a:gs>
            </a:gsLst>
            <a:lin ang="5400000" scaled="1"/>
          </a:gradFill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Bahnschrift" panose="020B0502040204020203" pitchFamily="34" charset="0"/>
              </a:rPr>
              <a:t>Dashboard Overview: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An interactive </a:t>
            </a:r>
            <a:r>
              <a:rPr lang="en-US" sz="2000" b="1" dirty="0"/>
              <a:t>Power BI dashboard</a:t>
            </a:r>
            <a:r>
              <a:rPr lang="en-US" sz="2000" dirty="0"/>
              <a:t> was developed to visualize business performance and uncover key insights from the Superstore dataset.</a:t>
            </a:r>
            <a:endParaRPr lang="en-US" sz="2000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IN" sz="2000" b="1" dirty="0"/>
              <a:t>Sales by Category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Displays total sales for </a:t>
            </a:r>
            <a:r>
              <a:rPr lang="en-US" sz="2000" b="1" dirty="0"/>
              <a:t>Furniture, Office Supplies, and Technology</a:t>
            </a:r>
            <a:r>
              <a:rPr lang="en-US" sz="2000" dirty="0"/>
              <a:t> categories.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Helps identify top-selling product segments.</a:t>
            </a:r>
          </a:p>
          <a:p>
            <a:pPr marL="0" indent="0">
              <a:buNone/>
            </a:pPr>
            <a:r>
              <a:rPr lang="en-IN" sz="2000" b="1" dirty="0"/>
              <a:t>Profit by Region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Shows profit distribution across regions.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West Region</a:t>
            </a:r>
            <a:r>
              <a:rPr lang="en-US" sz="2000" dirty="0"/>
              <a:t> stands out as the most profitable area</a:t>
            </a:r>
          </a:p>
          <a:p>
            <a:pPr marL="0" indent="0">
              <a:buNone/>
            </a:pPr>
            <a:r>
              <a:rPr lang="en-IN" sz="2000" b="1" dirty="0"/>
              <a:t>Monthly Sales Trend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Tracks sales growth and seasonal fluctuations over 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Useful for forecasting and planning.</a:t>
            </a:r>
            <a:endParaRPr lang="en-IN" sz="20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61239-EA3D-7D08-4E80-DE5A1D8EA251}"/>
              </a:ext>
            </a:extLst>
          </p:cNvPr>
          <p:cNvSpPr/>
          <p:nvPr/>
        </p:nvSpPr>
        <p:spPr>
          <a:xfrm>
            <a:off x="7347857" y="3429000"/>
            <a:ext cx="4844143" cy="289818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78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3000">
              <a:schemeClr val="tx2">
                <a:lumMod val="25000"/>
                <a:lumOff val="75000"/>
              </a:schemeClr>
            </a:gs>
            <a:gs pos="2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5981D-0296-7895-5F08-3B2395C2F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84914" cy="758281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askerville Old Face" panose="02020602080505020303" pitchFamily="18" charset="0"/>
              </a:rPr>
              <a:t>Validation &amp;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0DC0B-AAF6-9FBA-D49F-85B34A0FE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537"/>
            <a:ext cx="10515600" cy="4818426"/>
          </a:xfrm>
        </p:spPr>
        <p:txBody>
          <a:bodyPr>
            <a:normAutofit/>
          </a:bodyPr>
          <a:lstStyle/>
          <a:p>
            <a:r>
              <a:rPr lang="en-US" sz="2000" dirty="0"/>
              <a:t>To ensure that results derived from different tools (</a:t>
            </a:r>
            <a:r>
              <a:rPr lang="en-US" sz="2000" b="1" dirty="0"/>
              <a:t>Python, SQL, and Power BI</a:t>
            </a:r>
            <a:r>
              <a:rPr lang="en-US" sz="2000" dirty="0"/>
              <a:t>) are consistent and accurate.</a:t>
            </a:r>
          </a:p>
          <a:p>
            <a:pPr marL="0" indent="0">
              <a:buNone/>
            </a:pPr>
            <a:r>
              <a:rPr lang="en-IN" sz="2000" b="1" dirty="0">
                <a:latin typeface="Bahnschrift" panose="020B0502040204020203" pitchFamily="34" charset="0"/>
              </a:rPr>
              <a:t>Validation Process</a:t>
            </a:r>
            <a:r>
              <a:rPr lang="en-IN" sz="20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Cross-checked total Sales and Profit values calculated in</a:t>
            </a:r>
            <a:r>
              <a:rPr lang="en-US" sz="2000" b="1" dirty="0"/>
              <a:t> Python </a:t>
            </a:r>
            <a:r>
              <a:rPr lang="en-US" sz="2000" dirty="0"/>
              <a:t>and </a:t>
            </a:r>
            <a:r>
              <a:rPr lang="en-US" sz="2000" b="1" dirty="0"/>
              <a:t>SQL</a:t>
            </a:r>
            <a:r>
              <a:rPr lang="en-US" sz="2000" dirty="0"/>
              <a:t> with those visualized in </a:t>
            </a:r>
            <a:r>
              <a:rPr lang="en-US" sz="2000" b="1" dirty="0"/>
              <a:t>Power BI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Verified data consistency after cleaning and transformation.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Ensured all calculated metrics (Profit Margin, Days to Ship, etc.) produced identical results across platforms.</a:t>
            </a:r>
          </a:p>
          <a:p>
            <a:pPr marL="0" indent="0">
              <a:buNone/>
            </a:pPr>
            <a:r>
              <a:rPr lang="en-US" sz="2000" b="1" dirty="0">
                <a:latin typeface="Bahnschrift" panose="020B0502040204020203" pitchFamily="34" charset="0"/>
              </a:rPr>
              <a:t>Result: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The totals for </a:t>
            </a:r>
            <a:r>
              <a:rPr lang="en-US" sz="2000" b="1" dirty="0"/>
              <a:t>Sales</a:t>
            </a:r>
            <a:r>
              <a:rPr lang="en-US" sz="2000" dirty="0"/>
              <a:t> and </a:t>
            </a:r>
            <a:r>
              <a:rPr lang="en-US" sz="2000" b="1" dirty="0"/>
              <a:t>Profit matched exactly</a:t>
            </a:r>
            <a:r>
              <a:rPr lang="en-US" sz="2000" dirty="0"/>
              <a:t> in all tools.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Confirms </a:t>
            </a:r>
            <a:r>
              <a:rPr lang="en-US" sz="2000" b="1" dirty="0"/>
              <a:t>data integrity</a:t>
            </a:r>
            <a:r>
              <a:rPr lang="en-US" sz="2000" dirty="0"/>
              <a:t>, </a:t>
            </a:r>
            <a:r>
              <a:rPr lang="en-US" sz="2000" b="1" dirty="0"/>
              <a:t>accuracy</a:t>
            </a:r>
            <a:r>
              <a:rPr lang="en-US" sz="2000" dirty="0"/>
              <a:t>, and </a:t>
            </a:r>
            <a:r>
              <a:rPr lang="en-US" sz="2000" b="1" dirty="0"/>
              <a:t>reliability</a:t>
            </a:r>
            <a:r>
              <a:rPr lang="en-US" sz="2000" dirty="0"/>
              <a:t> of the analysis process.</a:t>
            </a:r>
            <a:endParaRPr lang="en-IN" sz="20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E875A4-40A7-34CC-AD98-276202E570BD}"/>
              </a:ext>
            </a:extLst>
          </p:cNvPr>
          <p:cNvSpPr/>
          <p:nvPr/>
        </p:nvSpPr>
        <p:spPr>
          <a:xfrm>
            <a:off x="9953897" y="4702629"/>
            <a:ext cx="1841863" cy="1887582"/>
          </a:xfrm>
          <a:prstGeom prst="ellipse">
            <a:avLst/>
          </a:prstGeom>
          <a:blipFill dpi="0" rotWithShape="1">
            <a:blip r:embed="rId2">
              <a:alphaModFix amt="98000"/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7CBC04-B4CD-FA01-B6E5-615AEBBF3DF3}"/>
              </a:ext>
            </a:extLst>
          </p:cNvPr>
          <p:cNvSpPr/>
          <p:nvPr/>
        </p:nvSpPr>
        <p:spPr>
          <a:xfrm>
            <a:off x="10350137" y="945289"/>
            <a:ext cx="1611086" cy="2405334"/>
          </a:xfrm>
          <a:prstGeom prst="ellipse">
            <a:avLst/>
          </a:prstGeom>
          <a:blipFill>
            <a:blip r:embed="rId4">
              <a:extLs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126866"/>
      </p:ext>
    </p:extLst>
  </p:cSld>
  <p:clrMapOvr>
    <a:masterClrMapping/>
  </p:clrMapOvr>
  <p:transition spd="slow"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158">
              <a:srgbClr val="74C4E9"/>
            </a:gs>
            <a:gs pos="59690">
              <a:srgbClr val="74C4E9"/>
            </a:gs>
            <a:gs pos="2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604FF-0E53-F263-FF58-B1EB1A302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4785360" cy="692966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askerville Old Face" panose="02020602080505020303" pitchFamily="18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14270-B266-6213-975B-9E155D11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Bahnschrift" panose="020B0502040204020203" pitchFamily="34" charset="0"/>
              </a:rPr>
              <a:t>Optimize Discounts</a:t>
            </a:r>
            <a:r>
              <a:rPr lang="en-US" sz="2200" b="1" dirty="0"/>
              <a:t>:</a:t>
            </a:r>
            <a:br>
              <a:rPr lang="en-US" sz="2200" dirty="0"/>
            </a:br>
            <a:r>
              <a:rPr lang="en-US" sz="2200" dirty="0"/>
              <a:t> </a:t>
            </a:r>
            <a:r>
              <a:rPr lang="en-US" sz="2000" dirty="0"/>
              <a:t>Reduce excessive discounting in Central Region to improve profit margins.</a:t>
            </a:r>
          </a:p>
          <a:p>
            <a:pPr marL="0" indent="0">
              <a:buNone/>
            </a:pPr>
            <a:r>
              <a:rPr lang="en-US" sz="2200" dirty="0"/>
              <a:t> </a:t>
            </a:r>
            <a:r>
              <a:rPr lang="en-US" sz="2000" b="1" dirty="0">
                <a:latin typeface="Bahnschrift" panose="020B0502040204020203" pitchFamily="34" charset="0"/>
              </a:rPr>
              <a:t>Focus on High-Profit Categories:</a:t>
            </a:r>
            <a:br>
              <a:rPr lang="en-US" sz="2000" dirty="0">
                <a:latin typeface="Bahnschrift" panose="020B0502040204020203" pitchFamily="34" charset="0"/>
              </a:rPr>
            </a:br>
            <a:r>
              <a:rPr lang="en-US" sz="2000" dirty="0">
                <a:latin typeface="Bahnschrift" panose="020B0502040204020203" pitchFamily="34" charset="0"/>
              </a:rPr>
              <a:t> </a:t>
            </a:r>
            <a:r>
              <a:rPr lang="en-US" sz="2000" dirty="0"/>
              <a:t>Increase marketing for </a:t>
            </a:r>
            <a:r>
              <a:rPr lang="en-US" sz="2000" b="1" dirty="0"/>
              <a:t>Technology products</a:t>
            </a:r>
            <a:r>
              <a:rPr lang="en-US" sz="2000" dirty="0"/>
              <a:t> to maximize profit.</a:t>
            </a:r>
          </a:p>
          <a:p>
            <a:pPr marL="0" indent="0">
              <a:buNone/>
            </a:pPr>
            <a:r>
              <a:rPr lang="en-US" sz="2200" b="1" dirty="0"/>
              <a:t> </a:t>
            </a:r>
            <a:r>
              <a:rPr lang="en-US" sz="2000" b="1" dirty="0">
                <a:latin typeface="Bahnschrift" panose="020B0502040204020203" pitchFamily="34" charset="0"/>
              </a:rPr>
              <a:t>Inventory Optimization:</a:t>
            </a:r>
            <a:br>
              <a:rPr lang="en-US" sz="2000" dirty="0">
                <a:latin typeface="Bahnschrift" panose="020B0502040204020203" pitchFamily="34" charset="0"/>
              </a:rPr>
            </a:br>
            <a:r>
              <a:rPr lang="en-US" sz="2000" dirty="0">
                <a:latin typeface="Bahnschrift" panose="020B0502040204020203" pitchFamily="34" charset="0"/>
              </a:rPr>
              <a:t>  </a:t>
            </a:r>
            <a:r>
              <a:rPr lang="en-US" sz="2200" dirty="0"/>
              <a:t>Monitor “Furniture” stock levels to reduce low-margin inventory.</a:t>
            </a:r>
          </a:p>
          <a:p>
            <a:pPr marL="0" indent="0">
              <a:buNone/>
            </a:pPr>
            <a:r>
              <a:rPr lang="en-US" sz="2200" dirty="0"/>
              <a:t> </a:t>
            </a:r>
            <a:r>
              <a:rPr lang="en-US" sz="2000" b="1" dirty="0">
                <a:latin typeface="Bahnschrift" panose="020B0502040204020203" pitchFamily="34" charset="0"/>
              </a:rPr>
              <a:t>Regional Strategy:</a:t>
            </a:r>
            <a:br>
              <a:rPr lang="en-US" sz="2000" dirty="0">
                <a:latin typeface="Bahnschrift" panose="020B0502040204020203" pitchFamily="34" charset="0"/>
              </a:rPr>
            </a:br>
            <a:r>
              <a:rPr lang="en-US" sz="2000" dirty="0">
                <a:latin typeface="Bahnschrift" panose="020B0502040204020203" pitchFamily="34" charset="0"/>
              </a:rPr>
              <a:t>  </a:t>
            </a:r>
            <a:r>
              <a:rPr lang="en-US" sz="2000" dirty="0"/>
              <a:t>Replicate “West Region’s” successful sales strategies in Central and East regions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000" b="1" dirty="0">
                <a:latin typeface="Bahnschrift" panose="020B0502040204020203" pitchFamily="34" charset="0"/>
              </a:rPr>
              <a:t>Delivery Performance:</a:t>
            </a:r>
            <a:br>
              <a:rPr lang="en-US" sz="2000" dirty="0">
                <a:latin typeface="Bahnschrift" panose="020B0502040204020203" pitchFamily="34" charset="0"/>
              </a:rPr>
            </a:br>
            <a:r>
              <a:rPr lang="en-US" sz="2000" dirty="0">
                <a:latin typeface="Bahnschrift" panose="020B0502040204020203" pitchFamily="34" charset="0"/>
              </a:rPr>
              <a:t>  </a:t>
            </a:r>
            <a:r>
              <a:rPr lang="en-US" sz="2000" dirty="0"/>
              <a:t>Streamline shipping in delayed regions to boost customer satisfaction.</a:t>
            </a:r>
          </a:p>
          <a:p>
            <a:endParaRPr lang="en-IN" dirty="0"/>
          </a:p>
        </p:txBody>
      </p:sp>
      <p:sp>
        <p:nvSpPr>
          <p:cNvPr id="4" name="Arrow: Notched Right 3">
            <a:extLst>
              <a:ext uri="{FF2B5EF4-FFF2-40B4-BE49-F238E27FC236}">
                <a16:creationId xmlns:a16="http://schemas.microsoft.com/office/drawing/2014/main" id="{FB4323C7-C58C-E0C7-D3EB-401D97834581}"/>
              </a:ext>
            </a:extLst>
          </p:cNvPr>
          <p:cNvSpPr/>
          <p:nvPr/>
        </p:nvSpPr>
        <p:spPr>
          <a:xfrm>
            <a:off x="540581" y="1940943"/>
            <a:ext cx="297620" cy="13227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Notched Right 5">
            <a:extLst>
              <a:ext uri="{FF2B5EF4-FFF2-40B4-BE49-F238E27FC236}">
                <a16:creationId xmlns:a16="http://schemas.microsoft.com/office/drawing/2014/main" id="{36EC1FDA-DBD8-7158-EEF5-B76CA0D445E4}"/>
              </a:ext>
            </a:extLst>
          </p:cNvPr>
          <p:cNvSpPr/>
          <p:nvPr/>
        </p:nvSpPr>
        <p:spPr>
          <a:xfrm>
            <a:off x="540581" y="2697191"/>
            <a:ext cx="297617" cy="143979"/>
          </a:xfrm>
          <a:prstGeom prst="notchedRightArrow">
            <a:avLst>
              <a:gd name="adj1" fmla="val 50000"/>
              <a:gd name="adj2" fmla="val 700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69DA9787-4604-C336-E6B9-77A377655FEC}"/>
              </a:ext>
            </a:extLst>
          </p:cNvPr>
          <p:cNvSpPr/>
          <p:nvPr/>
        </p:nvSpPr>
        <p:spPr>
          <a:xfrm>
            <a:off x="540581" y="3387306"/>
            <a:ext cx="297617" cy="143978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E6A73FC5-A95E-BF05-1A95-9802E6D9557A}"/>
              </a:ext>
            </a:extLst>
          </p:cNvPr>
          <p:cNvSpPr/>
          <p:nvPr/>
        </p:nvSpPr>
        <p:spPr>
          <a:xfrm>
            <a:off x="540582" y="4154839"/>
            <a:ext cx="297617" cy="13227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Notched Right 8">
            <a:extLst>
              <a:ext uri="{FF2B5EF4-FFF2-40B4-BE49-F238E27FC236}">
                <a16:creationId xmlns:a16="http://schemas.microsoft.com/office/drawing/2014/main" id="{0AE0D325-DC4A-B71E-88DE-FB01A0B243B1}"/>
              </a:ext>
            </a:extLst>
          </p:cNvPr>
          <p:cNvSpPr/>
          <p:nvPr/>
        </p:nvSpPr>
        <p:spPr>
          <a:xfrm>
            <a:off x="540581" y="4842294"/>
            <a:ext cx="297617" cy="13227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1DD3CC-AB93-F6CD-C439-6951921D567A}"/>
              </a:ext>
            </a:extLst>
          </p:cNvPr>
          <p:cNvSpPr/>
          <p:nvPr/>
        </p:nvSpPr>
        <p:spPr>
          <a:xfrm>
            <a:off x="9218762" y="1610264"/>
            <a:ext cx="86264" cy="9201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B83B70-61AE-DB96-9E55-854E2C675CF4}"/>
              </a:ext>
            </a:extLst>
          </p:cNvPr>
          <p:cNvSpPr/>
          <p:nvPr/>
        </p:nvSpPr>
        <p:spPr>
          <a:xfrm>
            <a:off x="9305026" y="1375723"/>
            <a:ext cx="230038" cy="13227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2F9298-1567-D664-7644-2C1EC1A6B53D}"/>
              </a:ext>
            </a:extLst>
          </p:cNvPr>
          <p:cNvSpPr/>
          <p:nvPr/>
        </p:nvSpPr>
        <p:spPr>
          <a:xfrm>
            <a:off x="9535064" y="1091484"/>
            <a:ext cx="379562" cy="2508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77BCC6D1-A828-636B-2486-6D0E0B4E32B7}"/>
              </a:ext>
            </a:extLst>
          </p:cNvPr>
          <p:cNvSpPr/>
          <p:nvPr/>
        </p:nvSpPr>
        <p:spPr>
          <a:xfrm>
            <a:off x="9914626" y="189411"/>
            <a:ext cx="1439173" cy="1152923"/>
          </a:xfrm>
          <a:prstGeom prst="cloud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C02388-19D4-8D5B-38B7-8681C55A3661}"/>
              </a:ext>
            </a:extLst>
          </p:cNvPr>
          <p:cNvSpPr/>
          <p:nvPr/>
        </p:nvSpPr>
        <p:spPr>
          <a:xfrm>
            <a:off x="8800010" y="2109867"/>
            <a:ext cx="2553789" cy="2174966"/>
          </a:xfrm>
          <a:prstGeom prst="ellipse">
            <a:avLst/>
          </a:prstGeom>
          <a:blipFill dpi="0" rotWithShape="1">
            <a:blip r:embed="rId4">
              <a:alphaModFix amt="89000"/>
              <a:extLs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4826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46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3000">
              <a:schemeClr val="tx2">
                <a:lumMod val="25000"/>
                <a:lumOff val="75000"/>
              </a:schemeClr>
            </a:gs>
            <a:gs pos="25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956B78-0A89-D188-07C2-A593112E83E0}"/>
              </a:ext>
            </a:extLst>
          </p:cNvPr>
          <p:cNvSpPr/>
          <p:nvPr/>
        </p:nvSpPr>
        <p:spPr>
          <a:xfrm>
            <a:off x="2527662" y="1476101"/>
            <a:ext cx="8477794" cy="4669973"/>
          </a:xfrm>
          <a:prstGeom prst="rect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36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731</Words>
  <Application>Microsoft Office PowerPoint</Application>
  <PresentationFormat>Widescreen</PresentationFormat>
  <Paragraphs>98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Bahnschrift</vt:lpstr>
      <vt:lpstr>Bahnschrift Light SemiCondensed</vt:lpstr>
      <vt:lpstr>Baskerville Old Face</vt:lpstr>
      <vt:lpstr>Wingdings</vt:lpstr>
      <vt:lpstr>Office Theme</vt:lpstr>
      <vt:lpstr>Superstore Data Analysis Retail Insights &amp; Dashboard Development</vt:lpstr>
      <vt:lpstr>Project Overview</vt:lpstr>
      <vt:lpstr>Methodology</vt:lpstr>
      <vt:lpstr>Explanation</vt:lpstr>
      <vt:lpstr>Data Cleaning &amp; Transformation</vt:lpstr>
      <vt:lpstr>Exploratory Data Analysis</vt:lpstr>
      <vt:lpstr>Key Insights</vt:lpstr>
      <vt:lpstr>Power BI Dashboard</vt:lpstr>
      <vt:lpstr>Validation &amp; Comparison</vt:lpstr>
      <vt:lpstr>Business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Nikki</dc:creator>
  <cp:lastModifiedBy>Nikhil Nikki</cp:lastModifiedBy>
  <cp:revision>1</cp:revision>
  <dcterms:created xsi:type="dcterms:W3CDTF">2025-11-07T05:17:41Z</dcterms:created>
  <dcterms:modified xsi:type="dcterms:W3CDTF">2025-11-08T04:54:21Z</dcterms:modified>
</cp:coreProperties>
</file>